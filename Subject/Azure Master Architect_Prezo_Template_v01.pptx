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6014" r:id="rId5"/>
  </p:sldMasterIdLst>
  <p:notesMasterIdLst>
    <p:notesMasterId r:id="rId14"/>
  </p:notesMasterIdLst>
  <p:handoutMasterIdLst>
    <p:handoutMasterId r:id="rId15"/>
  </p:handoutMasterIdLst>
  <p:sldIdLst>
    <p:sldId id="269" r:id="rId6"/>
    <p:sldId id="266" r:id="rId7"/>
    <p:sldId id="267" r:id="rId8"/>
    <p:sldId id="272" r:id="rId9"/>
    <p:sldId id="277" r:id="rId10"/>
    <p:sldId id="274" r:id="rId11"/>
    <p:sldId id="278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4347931-4479-4308-813A-E5779D134AD7}">
          <p14:sldIdLst>
            <p14:sldId id="269"/>
            <p14:sldId id="266"/>
            <p14:sldId id="267"/>
            <p14:sldId id="272"/>
            <p14:sldId id="277"/>
            <p14:sldId id="274"/>
            <p14:sldId id="278"/>
            <p14:sldId id="275"/>
          </p14:sldIdLst>
        </p14:section>
      </p14:section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417B06-CA9A-6B04-1F8A-6EBE196E9847}" name="Paige Cabianca" initials="PC" userId="S::PCabianca@audienz.com::27b579fd-5cc6-4813-aade-39395522f3ec" providerId="AD"/>
  <p188:author id="{11FA0B32-7E6A-ACEF-B08A-52032B3644FE}" name="Shivangi Upadhyay" initials="SU" userId="S::v-shupadhyay@microsoft.com::91abecf0-9c1e-4849-a938-538b00dbc24d" providerId="AD"/>
  <p188:author id="{F14BE356-2244-D1D3-BCE6-1AD59D616C4D}" name="Sommer Serie" initials="SS" userId="S::sommers@microsoft.com::acee1493-9eed-423c-9a90-67515cce0a36" providerId="AD"/>
  <p188:author id="{0CBA9C5D-7356-BAC8-BE6E-3CDC333BBE26}" name="Shivi  Upadhyay" initials="SU" userId="S::shivi@audienz.com::708d2862-6512-4e93-ae1a-6f44f6fee39b" providerId="AD"/>
  <p188:author id="{78C23171-34A0-4275-170D-F87C123C7177}" name="Eric Kjome" initials="EK" userId="S::Eric@audienz.com::8bc786d3-f8e8-40fd-ab09-3785ea9f8118" providerId="AD"/>
  <p188:author id="{36DE5974-3758-51B9-AF66-D3418123C89A}" name="Chris Holt" initials="CH" userId="S::chris@audienz.com::a1804d0e-8bfb-42cb-9ad0-b6e044b779a2" providerId="AD"/>
  <p188:author id="{AE64C5A7-9EC0-2997-8582-DB608637CAAD}" name="Paul Wise" initials="PW" userId="S::paulwise@microsoft.com::1e5259a3-d92e-48e7-9f96-43b612e23109" providerId="AD"/>
  <p188:author id="{E17E32BA-B717-F8E2-99AB-03184040F76C}" name="Paige Cabianca" initials="PC" userId="S::pcabianca@audienz.com::27b579fd-5cc6-4813-aade-39395522f3ec" providerId="AD"/>
  <p188:author id="{9DFCAED2-AAA7-D64C-9C6F-FC36BF7A8582}" name="India McGill" initials="IM" userId="S::indiam@microsoft.com::cf1fdfd3-8fa0-400e-a698-3a6e5da40047" providerId="AD"/>
  <p188:author id="{C6D9BCE3-6A3A-F16F-FB1D-152E8D000526}" name="Jessy Rodriguez" initials="" userId="S::jessyr@thechannelcompany.com::be58406e-57ea-4c17-b94d-e08afaed1cd3" providerId="AD"/>
  <p188:author id="{9BF2B4F3-FFF5-2602-20DB-AE1DDA3E3060}" name="Markus Nitschke" initials="MN" userId="S::mnitschk@microsoft.com::00e3a6c1-be90-4832-afc1-934d12cea8b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F2C"/>
    <a:srgbClr val="0538BB"/>
    <a:srgbClr val="8449A9"/>
    <a:srgbClr val="0078D4"/>
    <a:srgbClr val="FAFAFA"/>
    <a:srgbClr val="1579FF"/>
    <a:srgbClr val="005FA9"/>
    <a:srgbClr val="C9EDC9"/>
    <a:srgbClr val="F2F2F2"/>
    <a:srgbClr val="50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958A23-D195-44A8-98E0-DF277A6F1D7F}" v="2" dt="2026-04-29T04:16:05.4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0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5/15/2026 2:22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5/13/2026 4:34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8DC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urple gradient&#10;&#10;AI-generated content may be incorrect.">
            <a:extLst>
              <a:ext uri="{FF2B5EF4-FFF2-40B4-BE49-F238E27FC236}">
                <a16:creationId xmlns:a16="http://schemas.microsoft.com/office/drawing/2014/main" id="{9D34C299-A8B5-1F05-90DB-A9EC230E98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C3578EB-E88C-BC63-2EB9-EBEC98F2D201}"/>
              </a:ext>
            </a:extLst>
          </p:cNvPr>
          <p:cNvSpPr/>
          <p:nvPr userDrawn="1"/>
        </p:nvSpPr>
        <p:spPr bwMode="auto">
          <a:xfrm>
            <a:off x="0" y="1174750"/>
            <a:ext cx="9207500" cy="45085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14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3" name="Picture 32" descr="A silver shield with text and stars&#10;&#10;AI-generated content may be incorrect.">
            <a:extLst>
              <a:ext uri="{FF2B5EF4-FFF2-40B4-BE49-F238E27FC236}">
                <a16:creationId xmlns:a16="http://schemas.microsoft.com/office/drawing/2014/main" id="{7DE39951-E22A-4E5D-3F1B-FC4A3162C2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844" t="2514" r="4223" b="5918"/>
          <a:stretch>
            <a:fillRect/>
          </a:stretch>
        </p:blipFill>
        <p:spPr>
          <a:xfrm>
            <a:off x="7323544" y="1295400"/>
            <a:ext cx="4284256" cy="4267200"/>
          </a:xfrm>
          <a:prstGeom prst="rect">
            <a:avLst/>
          </a:prstGeom>
          <a:effectLst>
            <a:outerShdw blurRad="762000" sx="118000" sy="118000" algn="ctr" rotWithShape="0">
              <a:schemeClr val="tx1">
                <a:alpha val="7000"/>
              </a:scheme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BD38F5B-5B2A-C576-8754-00FAD284A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044005"/>
            <a:ext cx="5854700" cy="2769989"/>
          </a:xfrm>
        </p:spPr>
        <p:txBody>
          <a:bodyPr anchor="ctr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E030E9E4-7722-AAB3-6537-4D3C17CA7C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3" y="290130"/>
            <a:ext cx="1972133" cy="88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433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84" userDrawn="1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6" name="Picture 35" descr="A silver shield with text and stars&#10;&#10;AI-generated content may be incorrect.">
            <a:extLst>
              <a:ext uri="{FF2B5EF4-FFF2-40B4-BE49-F238E27FC236}">
                <a16:creationId xmlns:a16="http://schemas.microsoft.com/office/drawing/2014/main" id="{74FF1801-287D-2733-9928-4E90A7D39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3844" t="2514" r="4223" b="5918"/>
          <a:stretch>
            <a:fillRect/>
          </a:stretch>
        </p:blipFill>
        <p:spPr>
          <a:xfrm>
            <a:off x="11385550" y="288925"/>
            <a:ext cx="512761" cy="51072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656498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A silver shield with text and stars&#10;&#10;AI-generated content may be incorrect.">
            <a:extLst>
              <a:ext uri="{FF2B5EF4-FFF2-40B4-BE49-F238E27FC236}">
                <a16:creationId xmlns:a16="http://schemas.microsoft.com/office/drawing/2014/main" id="{74FF1801-287D-2733-9928-4E90A7D39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3844" t="2514" r="4223" b="5918"/>
          <a:stretch>
            <a:fillRect/>
          </a:stretch>
        </p:blipFill>
        <p:spPr>
          <a:xfrm>
            <a:off x="11385550" y="288925"/>
            <a:ext cx="512761" cy="510720"/>
          </a:xfrm>
          <a:prstGeom prst="rect">
            <a:avLst/>
          </a:prstGeom>
          <a:effectLst/>
        </p:spPr>
      </p:pic>
      <p:sp>
        <p:nvSpPr>
          <p:cNvPr id="12" name="Title 3">
            <a:extLst>
              <a:ext uri="{FF2B5EF4-FFF2-40B4-BE49-F238E27FC236}">
                <a16:creationId xmlns:a16="http://schemas.microsoft.com/office/drawing/2014/main" id="{629B222F-D5BC-3163-C07E-28EB281CFAE1}"/>
              </a:ext>
            </a:extLst>
          </p:cNvPr>
          <p:cNvSpPr txBox="1">
            <a:spLocks/>
          </p:cNvSpPr>
          <p:nvPr userDrawn="1"/>
        </p:nvSpPr>
        <p:spPr>
          <a:xfrm>
            <a:off x="1" y="0"/>
            <a:ext cx="1828800" cy="6822179"/>
          </a:xfrm>
          <a:prstGeom prst="rect">
            <a:avLst/>
          </a:pr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24C607-9B6E-4620-DEB4-B8FE904A9AE1}"/>
              </a:ext>
            </a:extLst>
          </p:cNvPr>
          <p:cNvCxnSpPr/>
          <p:nvPr userDrawn="1"/>
        </p:nvCxnSpPr>
        <p:spPr>
          <a:xfrm>
            <a:off x="3362142" y="2416111"/>
            <a:ext cx="3529584" cy="0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3E84D50-2045-E06F-7FA3-CBE874CA35A8}"/>
              </a:ext>
            </a:extLst>
          </p:cNvPr>
          <p:cNvCxnSpPr/>
          <p:nvPr userDrawn="1"/>
        </p:nvCxnSpPr>
        <p:spPr>
          <a:xfrm>
            <a:off x="3362142" y="3687762"/>
            <a:ext cx="3529584" cy="0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3BE64CC-2DC9-A95A-C36C-FF452184C3F2}"/>
              </a:ext>
            </a:extLst>
          </p:cNvPr>
          <p:cNvCxnSpPr/>
          <p:nvPr userDrawn="1"/>
        </p:nvCxnSpPr>
        <p:spPr>
          <a:xfrm>
            <a:off x="3362142" y="4959413"/>
            <a:ext cx="3529584" cy="0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D69C647-00FF-9272-2A14-434E60BBDBB4}"/>
              </a:ext>
            </a:extLst>
          </p:cNvPr>
          <p:cNvCxnSpPr/>
          <p:nvPr userDrawn="1"/>
        </p:nvCxnSpPr>
        <p:spPr>
          <a:xfrm>
            <a:off x="8077016" y="2416111"/>
            <a:ext cx="3529584" cy="0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2CE8E4F-D935-36F7-B124-09578B33BD09}"/>
              </a:ext>
            </a:extLst>
          </p:cNvPr>
          <p:cNvCxnSpPr/>
          <p:nvPr userDrawn="1"/>
        </p:nvCxnSpPr>
        <p:spPr>
          <a:xfrm>
            <a:off x="8077016" y="3687762"/>
            <a:ext cx="3529584" cy="0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B0544D-5F71-0D69-81F1-F41CE9410351}"/>
              </a:ext>
            </a:extLst>
          </p:cNvPr>
          <p:cNvCxnSpPr/>
          <p:nvPr userDrawn="1"/>
        </p:nvCxnSpPr>
        <p:spPr>
          <a:xfrm>
            <a:off x="8077016" y="4959413"/>
            <a:ext cx="3529584" cy="0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848" y="704850"/>
            <a:ext cx="1231106" cy="5412478"/>
          </a:xfrm>
        </p:spPr>
        <p:txBody>
          <a:bodyPr vert="vert270">
            <a:noAutofit/>
          </a:bodyPr>
          <a:lstStyle>
            <a:lvl1pPr algn="ctr">
              <a:defRPr sz="80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CAA62A-D727-0272-C605-9B5EE79F92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2142" y="1472509"/>
            <a:ext cx="3532372" cy="615553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B204ED8-AA53-E68A-BA62-EA3DABFF3C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77016" y="1472509"/>
            <a:ext cx="3532372" cy="615553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21E0D50-C05E-2148-5B4B-CA4C680270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2142" y="2744160"/>
            <a:ext cx="3532372" cy="615553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B2511C-FA6B-786F-A4C7-3DC05FBAD1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77016" y="2744160"/>
            <a:ext cx="3532372" cy="615553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4401C60-F88F-7DB3-5EDC-F351AA89E4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2142" y="4015813"/>
            <a:ext cx="3532372" cy="615553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F0E90F9-865C-2FDD-F964-D0A439FADD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7016" y="4015813"/>
            <a:ext cx="3532372" cy="615553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55A1A458-F1AF-98F6-ACB5-57CF62E966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2142" y="5287463"/>
            <a:ext cx="3532372" cy="615553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EDA8387-0AE1-03F1-FEBA-E00B2A9F1C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7016" y="5287463"/>
            <a:ext cx="3532372" cy="615553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38" name="Text Placeholder 31">
            <a:extLst>
              <a:ext uri="{FF2B5EF4-FFF2-40B4-BE49-F238E27FC236}">
                <a16:creationId xmlns:a16="http://schemas.microsoft.com/office/drawing/2014/main" id="{82CE9398-7433-9B5B-9954-2F3D03E21E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70150" y="2708339"/>
            <a:ext cx="687196" cy="687196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anchor="ctr">
            <a:noAutofit/>
          </a:bodyPr>
          <a:lstStyle>
            <a:lvl1pPr algn="ctr"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6B77EEF-CF89-3A51-3FB1-DC1BC8FA4938}"/>
              </a:ext>
            </a:extLst>
          </p:cNvPr>
          <p:cNvSpPr/>
          <p:nvPr userDrawn="1"/>
        </p:nvSpPr>
        <p:spPr bwMode="auto">
          <a:xfrm>
            <a:off x="2470150" y="2708339"/>
            <a:ext cx="687196" cy="687196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32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4EED089-899E-9B4B-1332-84B1B197A37D}"/>
              </a:ext>
            </a:extLst>
          </p:cNvPr>
          <p:cNvSpPr/>
          <p:nvPr userDrawn="1"/>
        </p:nvSpPr>
        <p:spPr bwMode="auto">
          <a:xfrm>
            <a:off x="2470150" y="1436688"/>
            <a:ext cx="687196" cy="687196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32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EC0CF99-EFDC-0B15-9717-6A90C25BFE03}"/>
              </a:ext>
            </a:extLst>
          </p:cNvPr>
          <p:cNvSpPr/>
          <p:nvPr userDrawn="1"/>
        </p:nvSpPr>
        <p:spPr bwMode="auto">
          <a:xfrm>
            <a:off x="2470150" y="5251641"/>
            <a:ext cx="687196" cy="687196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32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B42A3CF-6F26-8D15-F208-7CEE5DB5E516}"/>
              </a:ext>
            </a:extLst>
          </p:cNvPr>
          <p:cNvSpPr/>
          <p:nvPr userDrawn="1"/>
        </p:nvSpPr>
        <p:spPr bwMode="auto">
          <a:xfrm>
            <a:off x="2470150" y="3979992"/>
            <a:ext cx="687196" cy="687196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32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EDD5216-EDDD-0EEB-329E-3B3C7123034B}"/>
              </a:ext>
            </a:extLst>
          </p:cNvPr>
          <p:cNvSpPr/>
          <p:nvPr userDrawn="1"/>
        </p:nvSpPr>
        <p:spPr bwMode="auto">
          <a:xfrm>
            <a:off x="7185024" y="2708339"/>
            <a:ext cx="687196" cy="687196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32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6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387AF57-2674-E5C0-C3AC-36A5F38D2933}"/>
              </a:ext>
            </a:extLst>
          </p:cNvPr>
          <p:cNvSpPr/>
          <p:nvPr userDrawn="1"/>
        </p:nvSpPr>
        <p:spPr bwMode="auto">
          <a:xfrm>
            <a:off x="7185024" y="1436688"/>
            <a:ext cx="687196" cy="687196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32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29A9B74-E02B-F7CA-8366-8699080EB397}"/>
              </a:ext>
            </a:extLst>
          </p:cNvPr>
          <p:cNvSpPr/>
          <p:nvPr userDrawn="1"/>
        </p:nvSpPr>
        <p:spPr bwMode="auto">
          <a:xfrm>
            <a:off x="7185024" y="5251641"/>
            <a:ext cx="687196" cy="687196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32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8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688EEE8-B1A0-3C9E-589E-EC80C19CC870}"/>
              </a:ext>
            </a:extLst>
          </p:cNvPr>
          <p:cNvSpPr/>
          <p:nvPr userDrawn="1"/>
        </p:nvSpPr>
        <p:spPr bwMode="auto">
          <a:xfrm>
            <a:off x="7185024" y="3979992"/>
            <a:ext cx="687196" cy="687196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32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995046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36" userDrawn="1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>
            <a:extLst>
              <a:ext uri="{FF2B5EF4-FFF2-40B4-BE49-F238E27FC236}">
                <a16:creationId xmlns:a16="http://schemas.microsoft.com/office/drawing/2014/main" id="{61837213-2F00-7C5C-F362-8E16E7E5983A}"/>
              </a:ext>
            </a:extLst>
          </p:cNvPr>
          <p:cNvSpPr txBox="1">
            <a:spLocks/>
          </p:cNvSpPr>
          <p:nvPr userDrawn="1"/>
        </p:nvSpPr>
        <p:spPr>
          <a:xfrm>
            <a:off x="584200" y="556959"/>
            <a:ext cx="3390900" cy="877824"/>
          </a:xfrm>
          <a:prstGeom prst="roundRect">
            <a:avLst>
              <a:gd name="adj" fmla="val 50108"/>
            </a:avLst>
          </a:prstGeom>
          <a:gradFill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</a:gradFill>
        </p:spPr>
        <p:txBody>
          <a:bodyPr vert="horz" wrap="square" lIns="0" tIns="0" rIns="0" bIns="0" rtlCol="0" anchor="ctr">
            <a:noAutofit/>
          </a:bodyPr>
          <a:lstStyle>
            <a:lvl1pPr marL="742950" indent="0"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Aptos SemiBold" panose="020B0004020202020204" pitchFamily="34" charset="0"/>
                <a:ea typeface="+mn-ea"/>
                <a:cs typeface="Segoe UI" pitchFamily="34" charset="0"/>
              </a:defRPr>
            </a:lvl1pPr>
          </a:lstStyle>
          <a:p>
            <a:endParaRPr lang="en-US"/>
          </a:p>
        </p:txBody>
      </p:sp>
      <p:pic>
        <p:nvPicPr>
          <p:cNvPr id="36" name="Picture 35" descr="A silver shield with text and stars&#10;&#10;AI-generated content may be incorrect.">
            <a:extLst>
              <a:ext uri="{FF2B5EF4-FFF2-40B4-BE49-F238E27FC236}">
                <a16:creationId xmlns:a16="http://schemas.microsoft.com/office/drawing/2014/main" id="{74FF1801-287D-2733-9928-4E90A7D39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3844" t="2514" r="4223" b="5918"/>
          <a:stretch>
            <a:fillRect/>
          </a:stretch>
        </p:blipFill>
        <p:spPr>
          <a:xfrm>
            <a:off x="11385550" y="288925"/>
            <a:ext cx="512761" cy="510720"/>
          </a:xfrm>
          <a:prstGeom prst="rect">
            <a:avLst/>
          </a:prstGeom>
          <a:effectLst/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F6C29B5-D986-9324-FCA9-94495855D8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9412" y="688094"/>
            <a:ext cx="1943161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40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BDF14E-C1F4-5208-C988-86EEB1382F8C}"/>
              </a:ext>
            </a:extLst>
          </p:cNvPr>
          <p:cNvSpPr/>
          <p:nvPr userDrawn="1"/>
        </p:nvSpPr>
        <p:spPr bwMode="auto">
          <a:xfrm>
            <a:off x="0" y="1711927"/>
            <a:ext cx="12192000" cy="4650773"/>
          </a:xfrm>
          <a:prstGeom prst="rect">
            <a:avLst/>
          </a:prstGeom>
          <a:solidFill>
            <a:schemeClr val="tx1">
              <a:alpha val="7000"/>
            </a:schemeClr>
          </a:solidFill>
          <a:ln w="127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46304" rIns="182880" bIns="146304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32114" fontAlgn="base">
              <a:spcBef>
                <a:spcPct val="0"/>
              </a:spcBef>
              <a:spcAft>
                <a:spcPct val="0"/>
              </a:spcAft>
            </a:pPr>
            <a:endParaRPr lang="en-US" sz="1200" err="1">
              <a:solidFill>
                <a:srgbClr val="FFFFFF"/>
              </a:solidFill>
              <a:latin typeface="Segoe UI Semibold"/>
              <a:cs typeface="Segoe UI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79FECC-2080-6B5D-93B4-DB21ABF0A051}"/>
              </a:ext>
            </a:extLst>
          </p:cNvPr>
          <p:cNvCxnSpPr>
            <a:cxnSpLocks/>
          </p:cNvCxnSpPr>
          <p:nvPr userDrawn="1"/>
        </p:nvCxnSpPr>
        <p:spPr>
          <a:xfrm>
            <a:off x="1350962" y="2874621"/>
            <a:ext cx="4593772" cy="0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34E87-35A9-476B-9068-0B52ADE4E99C}"/>
              </a:ext>
            </a:extLst>
          </p:cNvPr>
          <p:cNvCxnSpPr>
            <a:cxnSpLocks/>
          </p:cNvCxnSpPr>
          <p:nvPr userDrawn="1"/>
        </p:nvCxnSpPr>
        <p:spPr>
          <a:xfrm>
            <a:off x="1350962" y="4037315"/>
            <a:ext cx="4593772" cy="0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9040A5-BC74-BDEA-E89B-C30EB27461EF}"/>
              </a:ext>
            </a:extLst>
          </p:cNvPr>
          <p:cNvCxnSpPr>
            <a:cxnSpLocks/>
          </p:cNvCxnSpPr>
          <p:nvPr userDrawn="1"/>
        </p:nvCxnSpPr>
        <p:spPr>
          <a:xfrm>
            <a:off x="1350962" y="5200009"/>
            <a:ext cx="4593772" cy="0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09E44DC-7CB8-81D8-9C56-277CD9233843}"/>
              </a:ext>
            </a:extLst>
          </p:cNvPr>
          <p:cNvCxnSpPr>
            <a:cxnSpLocks/>
          </p:cNvCxnSpPr>
          <p:nvPr userDrawn="1"/>
        </p:nvCxnSpPr>
        <p:spPr>
          <a:xfrm>
            <a:off x="7010399" y="2874621"/>
            <a:ext cx="4593772" cy="0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9A07A36-634B-1E9A-B2E0-699269172C1C}"/>
              </a:ext>
            </a:extLst>
          </p:cNvPr>
          <p:cNvCxnSpPr>
            <a:cxnSpLocks/>
          </p:cNvCxnSpPr>
          <p:nvPr userDrawn="1"/>
        </p:nvCxnSpPr>
        <p:spPr>
          <a:xfrm>
            <a:off x="7010399" y="4037315"/>
            <a:ext cx="4593772" cy="0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1BB4B92-84F4-9E22-C1A1-FE19C497EF22}"/>
              </a:ext>
            </a:extLst>
          </p:cNvPr>
          <p:cNvCxnSpPr>
            <a:cxnSpLocks/>
          </p:cNvCxnSpPr>
          <p:nvPr userDrawn="1"/>
        </p:nvCxnSpPr>
        <p:spPr>
          <a:xfrm>
            <a:off x="7010399" y="5200009"/>
            <a:ext cx="4593772" cy="0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BFCAA62A-D727-0272-C605-9B5EE79F92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0962" y="2016275"/>
            <a:ext cx="4597401" cy="553998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EB204ED8-AA53-E68A-BA62-EA3DABFF3C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0399" y="2016275"/>
            <a:ext cx="4597401" cy="553998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22D33420-D41A-87FA-1A50-B913F8753F0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0962" y="3178969"/>
            <a:ext cx="4597401" cy="553998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D344184C-BD00-5D2D-B837-743B3B8499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10399" y="3178969"/>
            <a:ext cx="4597401" cy="553998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09877C7B-61F8-A6A4-0BC6-9232EF27C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50962" y="4341663"/>
            <a:ext cx="4597401" cy="553998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B0E1B07C-0A2D-DF62-01AF-23567A01FB0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10399" y="4341663"/>
            <a:ext cx="4597401" cy="553998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2BA4E47C-8268-BDAE-77F6-231FF8E392F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50962" y="5504357"/>
            <a:ext cx="4597401" cy="553998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0" name="Text Placeholder 4">
            <a:extLst>
              <a:ext uri="{FF2B5EF4-FFF2-40B4-BE49-F238E27FC236}">
                <a16:creationId xmlns:a16="http://schemas.microsoft.com/office/drawing/2014/main" id="{23B5589D-4946-7EC5-347F-9200FEC31C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010399" y="5504357"/>
            <a:ext cx="4597401" cy="553998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2" name="Graphic 158">
            <a:extLst>
              <a:ext uri="{FF2B5EF4-FFF2-40B4-BE49-F238E27FC236}">
                <a16:creationId xmlns:a16="http://schemas.microsoft.com/office/drawing/2014/main" id="{C90E6E46-4278-EFAD-A2FA-C632CAFCC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3920" y="705220"/>
            <a:ext cx="539586" cy="581302"/>
          </a:xfrm>
          <a:custGeom>
            <a:avLst/>
            <a:gdLst>
              <a:gd name="connsiteX0" fmla="*/ 161925 w 247650"/>
              <a:gd name="connsiteY0" fmla="*/ 97 h 266796"/>
              <a:gd name="connsiteX1" fmla="*/ 171348 w 247650"/>
              <a:gd name="connsiteY1" fmla="*/ 8326 h 266796"/>
              <a:gd name="connsiteX2" fmla="*/ 171450 w 247650"/>
              <a:gd name="connsiteY2" fmla="*/ 9622 h 266796"/>
              <a:gd name="connsiteX3" fmla="*/ 171450 w 247650"/>
              <a:gd name="connsiteY3" fmla="*/ 19134 h 266796"/>
              <a:gd name="connsiteX4" fmla="*/ 180962 w 247650"/>
              <a:gd name="connsiteY4" fmla="*/ 19134 h 266796"/>
              <a:gd name="connsiteX5" fmla="*/ 209537 w 247650"/>
              <a:gd name="connsiteY5" fmla="*/ 47709 h 266796"/>
              <a:gd name="connsiteX6" fmla="*/ 209537 w 247650"/>
              <a:gd name="connsiteY6" fmla="*/ 102675 h 266796"/>
              <a:gd name="connsiteX7" fmla="*/ 143825 w 247650"/>
              <a:gd name="connsiteY7" fmla="*/ 117610 h 266796"/>
              <a:gd name="connsiteX8" fmla="*/ 139230 w 247650"/>
              <a:gd name="connsiteY8" fmla="*/ 127097 h 266796"/>
              <a:gd name="connsiteX9" fmla="*/ 47600 w 247650"/>
              <a:gd name="connsiteY9" fmla="*/ 127097 h 266796"/>
              <a:gd name="connsiteX10" fmla="*/ 46304 w 247650"/>
              <a:gd name="connsiteY10" fmla="*/ 127186 h 266796"/>
              <a:gd name="connsiteX11" fmla="*/ 38166 w 247650"/>
              <a:gd name="connsiteY11" fmla="*/ 137920 h 266796"/>
              <a:gd name="connsiteX12" fmla="*/ 46304 w 247650"/>
              <a:gd name="connsiteY12" fmla="*/ 146058 h 266796"/>
              <a:gd name="connsiteX13" fmla="*/ 47600 w 247650"/>
              <a:gd name="connsiteY13" fmla="*/ 146147 h 266796"/>
              <a:gd name="connsiteX14" fmla="*/ 136627 w 247650"/>
              <a:gd name="connsiteY14" fmla="*/ 146147 h 266796"/>
              <a:gd name="connsiteX15" fmla="*/ 151765 w 247650"/>
              <a:gd name="connsiteY15" fmla="*/ 177897 h 266796"/>
              <a:gd name="connsiteX16" fmla="*/ 139687 w 247650"/>
              <a:gd name="connsiteY16" fmla="*/ 177897 h 266796"/>
              <a:gd name="connsiteX17" fmla="*/ 107937 w 247650"/>
              <a:gd name="connsiteY17" fmla="*/ 209647 h 266796"/>
              <a:gd name="connsiteX18" fmla="*/ 107937 w 247650"/>
              <a:gd name="connsiteY18" fmla="*/ 215997 h 266796"/>
              <a:gd name="connsiteX19" fmla="*/ 122834 w 247650"/>
              <a:gd name="connsiteY19" fmla="*/ 254160 h 266796"/>
              <a:gd name="connsiteX20" fmla="*/ 28600 w 247650"/>
              <a:gd name="connsiteY20" fmla="*/ 254160 h 266796"/>
              <a:gd name="connsiteX21" fmla="*/ 25 w 247650"/>
              <a:gd name="connsiteY21" fmla="*/ 225585 h 266796"/>
              <a:gd name="connsiteX22" fmla="*/ 0 w 247650"/>
              <a:gd name="connsiteY22" fmla="*/ 47722 h 266796"/>
              <a:gd name="connsiteX23" fmla="*/ 28575 w 247650"/>
              <a:gd name="connsiteY23" fmla="*/ 19147 h 266796"/>
              <a:gd name="connsiteX24" fmla="*/ 38062 w 247650"/>
              <a:gd name="connsiteY24" fmla="*/ 19134 h 266796"/>
              <a:gd name="connsiteX25" fmla="*/ 38062 w 247650"/>
              <a:gd name="connsiteY25" fmla="*/ 9622 h 266796"/>
              <a:gd name="connsiteX26" fmla="*/ 47490 w 247650"/>
              <a:gd name="connsiteY26" fmla="*/ 1 h 266796"/>
              <a:gd name="connsiteX27" fmla="*/ 57036 w 247650"/>
              <a:gd name="connsiteY27" fmla="*/ 8326 h 266796"/>
              <a:gd name="connsiteX28" fmla="*/ 57125 w 247650"/>
              <a:gd name="connsiteY28" fmla="*/ 9622 h 266796"/>
              <a:gd name="connsiteX29" fmla="*/ 57125 w 247650"/>
              <a:gd name="connsiteY29" fmla="*/ 19134 h 266796"/>
              <a:gd name="connsiteX30" fmla="*/ 95250 w 247650"/>
              <a:gd name="connsiteY30" fmla="*/ 19134 h 266796"/>
              <a:gd name="connsiteX31" fmla="*/ 95250 w 247650"/>
              <a:gd name="connsiteY31" fmla="*/ 9622 h 266796"/>
              <a:gd name="connsiteX32" fmla="*/ 104678 w 247650"/>
              <a:gd name="connsiteY32" fmla="*/ 1 h 266796"/>
              <a:gd name="connsiteX33" fmla="*/ 114224 w 247650"/>
              <a:gd name="connsiteY33" fmla="*/ 8326 h 266796"/>
              <a:gd name="connsiteX34" fmla="*/ 114313 w 247650"/>
              <a:gd name="connsiteY34" fmla="*/ 9622 h 266796"/>
              <a:gd name="connsiteX35" fmla="*/ 114313 w 247650"/>
              <a:gd name="connsiteY35" fmla="*/ 19134 h 266796"/>
              <a:gd name="connsiteX36" fmla="*/ 152387 w 247650"/>
              <a:gd name="connsiteY36" fmla="*/ 19134 h 266796"/>
              <a:gd name="connsiteX37" fmla="*/ 152387 w 247650"/>
              <a:gd name="connsiteY37" fmla="*/ 9622 h 266796"/>
              <a:gd name="connsiteX38" fmla="*/ 161912 w 247650"/>
              <a:gd name="connsiteY38" fmla="*/ 97 h 266796"/>
              <a:gd name="connsiteX39" fmla="*/ 98387 w 247650"/>
              <a:gd name="connsiteY39" fmla="*/ 177897 h 266796"/>
              <a:gd name="connsiteX40" fmla="*/ 47600 w 247650"/>
              <a:gd name="connsiteY40" fmla="*/ 177897 h 266796"/>
              <a:gd name="connsiteX41" fmla="*/ 46304 w 247650"/>
              <a:gd name="connsiteY41" fmla="*/ 177986 h 266796"/>
              <a:gd name="connsiteX42" fmla="*/ 38166 w 247650"/>
              <a:gd name="connsiteY42" fmla="*/ 188720 h 266796"/>
              <a:gd name="connsiteX43" fmla="*/ 46304 w 247650"/>
              <a:gd name="connsiteY43" fmla="*/ 196858 h 266796"/>
              <a:gd name="connsiteX44" fmla="*/ 47600 w 247650"/>
              <a:gd name="connsiteY44" fmla="*/ 196947 h 266796"/>
              <a:gd name="connsiteX45" fmla="*/ 98387 w 247650"/>
              <a:gd name="connsiteY45" fmla="*/ 196947 h 266796"/>
              <a:gd name="connsiteX46" fmla="*/ 99682 w 247650"/>
              <a:gd name="connsiteY46" fmla="*/ 196858 h 266796"/>
              <a:gd name="connsiteX47" fmla="*/ 107820 w 247650"/>
              <a:gd name="connsiteY47" fmla="*/ 186124 h 266796"/>
              <a:gd name="connsiteX48" fmla="*/ 99682 w 247650"/>
              <a:gd name="connsiteY48" fmla="*/ 177986 h 266796"/>
              <a:gd name="connsiteX49" fmla="*/ 98387 w 247650"/>
              <a:gd name="connsiteY49" fmla="*/ 177897 h 266796"/>
              <a:gd name="connsiteX50" fmla="*/ 161887 w 247650"/>
              <a:gd name="connsiteY50" fmla="*/ 76297 h 266796"/>
              <a:gd name="connsiteX51" fmla="*/ 47612 w 247650"/>
              <a:gd name="connsiteY51" fmla="*/ 76297 h 266796"/>
              <a:gd name="connsiteX52" fmla="*/ 46317 w 247650"/>
              <a:gd name="connsiteY52" fmla="*/ 76386 h 266796"/>
              <a:gd name="connsiteX53" fmla="*/ 38179 w 247650"/>
              <a:gd name="connsiteY53" fmla="*/ 87120 h 266796"/>
              <a:gd name="connsiteX54" fmla="*/ 46317 w 247650"/>
              <a:gd name="connsiteY54" fmla="*/ 95258 h 266796"/>
              <a:gd name="connsiteX55" fmla="*/ 47612 w 247650"/>
              <a:gd name="connsiteY55" fmla="*/ 95347 h 266796"/>
              <a:gd name="connsiteX56" fmla="*/ 161912 w 247650"/>
              <a:gd name="connsiteY56" fmla="*/ 95347 h 266796"/>
              <a:gd name="connsiteX57" fmla="*/ 163195 w 247650"/>
              <a:gd name="connsiteY57" fmla="*/ 95258 h 266796"/>
              <a:gd name="connsiteX58" fmla="*/ 171333 w 247650"/>
              <a:gd name="connsiteY58" fmla="*/ 84524 h 266796"/>
              <a:gd name="connsiteX59" fmla="*/ 163195 w 247650"/>
              <a:gd name="connsiteY59" fmla="*/ 76386 h 266796"/>
              <a:gd name="connsiteX60" fmla="*/ 161900 w 247650"/>
              <a:gd name="connsiteY60" fmla="*/ 76297 h 266796"/>
              <a:gd name="connsiteX61" fmla="*/ 184150 w 247650"/>
              <a:gd name="connsiteY61" fmla="*/ 108047 h 266796"/>
              <a:gd name="connsiteX62" fmla="*/ 209550 w 247650"/>
              <a:gd name="connsiteY62" fmla="*/ 118982 h 266796"/>
              <a:gd name="connsiteX63" fmla="*/ 219075 w 247650"/>
              <a:gd name="connsiteY63" fmla="*/ 142972 h 266796"/>
              <a:gd name="connsiteX64" fmla="*/ 209550 w 247650"/>
              <a:gd name="connsiteY64" fmla="*/ 166949 h 266796"/>
              <a:gd name="connsiteX65" fmla="*/ 160179 w 247650"/>
              <a:gd name="connsiteY65" fmla="*/ 168365 h 266796"/>
              <a:gd name="connsiteX66" fmla="*/ 158763 w 247650"/>
              <a:gd name="connsiteY66" fmla="*/ 118994 h 266796"/>
              <a:gd name="connsiteX67" fmla="*/ 184150 w 247650"/>
              <a:gd name="connsiteY67" fmla="*/ 108047 h 266796"/>
              <a:gd name="connsiteX68" fmla="*/ 120650 w 247650"/>
              <a:gd name="connsiteY68" fmla="*/ 209647 h 266796"/>
              <a:gd name="connsiteX69" fmla="*/ 139700 w 247650"/>
              <a:gd name="connsiteY69" fmla="*/ 190597 h 266796"/>
              <a:gd name="connsiteX70" fmla="*/ 228600 w 247650"/>
              <a:gd name="connsiteY70" fmla="*/ 190597 h 266796"/>
              <a:gd name="connsiteX71" fmla="*/ 247650 w 247650"/>
              <a:gd name="connsiteY71" fmla="*/ 209647 h 266796"/>
              <a:gd name="connsiteX72" fmla="*/ 247650 w 247650"/>
              <a:gd name="connsiteY72" fmla="*/ 215997 h 266796"/>
              <a:gd name="connsiteX73" fmla="*/ 184150 w 247650"/>
              <a:gd name="connsiteY73" fmla="*/ 266797 h 266796"/>
              <a:gd name="connsiteX74" fmla="*/ 133274 w 247650"/>
              <a:gd name="connsiteY74" fmla="*/ 246731 h 266796"/>
              <a:gd name="connsiteX75" fmla="*/ 120650 w 247650"/>
              <a:gd name="connsiteY75" fmla="*/ 215997 h 266796"/>
              <a:gd name="connsiteX76" fmla="*/ 120650 w 247650"/>
              <a:gd name="connsiteY76" fmla="*/ 209647 h 266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247650" h="266796">
                <a:moveTo>
                  <a:pt x="161925" y="97"/>
                </a:moveTo>
                <a:cubicBezTo>
                  <a:pt x="166680" y="103"/>
                  <a:pt x="170702" y="3616"/>
                  <a:pt x="171348" y="8326"/>
                </a:cubicBezTo>
                <a:lnTo>
                  <a:pt x="171450" y="9622"/>
                </a:lnTo>
                <a:lnTo>
                  <a:pt x="171450" y="19134"/>
                </a:lnTo>
                <a:lnTo>
                  <a:pt x="180962" y="19134"/>
                </a:lnTo>
                <a:cubicBezTo>
                  <a:pt x="196744" y="19134"/>
                  <a:pt x="209537" y="31928"/>
                  <a:pt x="209537" y="47709"/>
                </a:cubicBezTo>
                <a:lnTo>
                  <a:pt x="209537" y="102675"/>
                </a:lnTo>
                <a:cubicBezTo>
                  <a:pt x="187267" y="88653"/>
                  <a:pt x="157847" y="95340"/>
                  <a:pt x="143825" y="117610"/>
                </a:cubicBezTo>
                <a:cubicBezTo>
                  <a:pt x="141947" y="120593"/>
                  <a:pt x="140406" y="123774"/>
                  <a:pt x="139230" y="127097"/>
                </a:cubicBezTo>
                <a:lnTo>
                  <a:pt x="47600" y="127097"/>
                </a:lnTo>
                <a:lnTo>
                  <a:pt x="46304" y="127186"/>
                </a:lnTo>
                <a:cubicBezTo>
                  <a:pt x="41093" y="127903"/>
                  <a:pt x="37449" y="132709"/>
                  <a:pt x="38166" y="137920"/>
                </a:cubicBezTo>
                <a:cubicBezTo>
                  <a:pt x="38748" y="142150"/>
                  <a:pt x="42074" y="145476"/>
                  <a:pt x="46304" y="146058"/>
                </a:cubicBezTo>
                <a:lnTo>
                  <a:pt x="47600" y="146147"/>
                </a:lnTo>
                <a:lnTo>
                  <a:pt x="136627" y="146147"/>
                </a:lnTo>
                <a:cubicBezTo>
                  <a:pt x="137424" y="158278"/>
                  <a:pt x="142842" y="169641"/>
                  <a:pt x="151765" y="177897"/>
                </a:cubicBezTo>
                <a:lnTo>
                  <a:pt x="139687" y="177897"/>
                </a:lnTo>
                <a:cubicBezTo>
                  <a:pt x="122152" y="177897"/>
                  <a:pt x="107937" y="192112"/>
                  <a:pt x="107937" y="209647"/>
                </a:cubicBezTo>
                <a:lnTo>
                  <a:pt x="107937" y="215997"/>
                </a:lnTo>
                <a:cubicBezTo>
                  <a:pt x="107937" y="229967"/>
                  <a:pt x="113297" y="243327"/>
                  <a:pt x="122834" y="254160"/>
                </a:cubicBezTo>
                <a:lnTo>
                  <a:pt x="28600" y="254160"/>
                </a:lnTo>
                <a:cubicBezTo>
                  <a:pt x="12819" y="254160"/>
                  <a:pt x="25" y="241367"/>
                  <a:pt x="25" y="225585"/>
                </a:cubicBezTo>
                <a:lnTo>
                  <a:pt x="0" y="47722"/>
                </a:lnTo>
                <a:cubicBezTo>
                  <a:pt x="0" y="31940"/>
                  <a:pt x="12793" y="19147"/>
                  <a:pt x="28575" y="19147"/>
                </a:cubicBezTo>
                <a:lnTo>
                  <a:pt x="38062" y="19134"/>
                </a:lnTo>
                <a:lnTo>
                  <a:pt x="38062" y="9622"/>
                </a:lnTo>
                <a:cubicBezTo>
                  <a:pt x="38008" y="4362"/>
                  <a:pt x="42229" y="54"/>
                  <a:pt x="47490" y="1"/>
                </a:cubicBezTo>
                <a:cubicBezTo>
                  <a:pt x="52323" y="-49"/>
                  <a:pt x="56427" y="3531"/>
                  <a:pt x="57036" y="8326"/>
                </a:cubicBezTo>
                <a:lnTo>
                  <a:pt x="57125" y="9622"/>
                </a:lnTo>
                <a:lnTo>
                  <a:pt x="57125" y="19134"/>
                </a:lnTo>
                <a:lnTo>
                  <a:pt x="95250" y="19134"/>
                </a:lnTo>
                <a:lnTo>
                  <a:pt x="95250" y="9622"/>
                </a:lnTo>
                <a:cubicBezTo>
                  <a:pt x="95197" y="4362"/>
                  <a:pt x="99417" y="54"/>
                  <a:pt x="104678" y="1"/>
                </a:cubicBezTo>
                <a:cubicBezTo>
                  <a:pt x="109511" y="-49"/>
                  <a:pt x="113616" y="3531"/>
                  <a:pt x="114224" y="8326"/>
                </a:cubicBezTo>
                <a:lnTo>
                  <a:pt x="114313" y="9622"/>
                </a:lnTo>
                <a:lnTo>
                  <a:pt x="114313" y="19134"/>
                </a:lnTo>
                <a:lnTo>
                  <a:pt x="152387" y="19134"/>
                </a:lnTo>
                <a:lnTo>
                  <a:pt x="152387" y="9622"/>
                </a:lnTo>
                <a:cubicBezTo>
                  <a:pt x="152387" y="4361"/>
                  <a:pt x="156652" y="97"/>
                  <a:pt x="161912" y="97"/>
                </a:cubicBezTo>
                <a:close/>
                <a:moveTo>
                  <a:pt x="98387" y="177897"/>
                </a:moveTo>
                <a:lnTo>
                  <a:pt x="47600" y="177897"/>
                </a:lnTo>
                <a:lnTo>
                  <a:pt x="46304" y="177986"/>
                </a:lnTo>
                <a:cubicBezTo>
                  <a:pt x="41093" y="178703"/>
                  <a:pt x="37449" y="183509"/>
                  <a:pt x="38166" y="188720"/>
                </a:cubicBezTo>
                <a:cubicBezTo>
                  <a:pt x="38748" y="192950"/>
                  <a:pt x="42074" y="196276"/>
                  <a:pt x="46304" y="196858"/>
                </a:cubicBezTo>
                <a:lnTo>
                  <a:pt x="47600" y="196947"/>
                </a:lnTo>
                <a:lnTo>
                  <a:pt x="98387" y="196947"/>
                </a:lnTo>
                <a:lnTo>
                  <a:pt x="99682" y="196858"/>
                </a:lnTo>
                <a:cubicBezTo>
                  <a:pt x="104894" y="196141"/>
                  <a:pt x="108537" y="191335"/>
                  <a:pt x="107820" y="186124"/>
                </a:cubicBezTo>
                <a:cubicBezTo>
                  <a:pt x="107238" y="181894"/>
                  <a:pt x="103912" y="178568"/>
                  <a:pt x="99682" y="177986"/>
                </a:cubicBezTo>
                <a:lnTo>
                  <a:pt x="98387" y="177897"/>
                </a:lnTo>
                <a:close/>
                <a:moveTo>
                  <a:pt x="161887" y="76297"/>
                </a:moveTo>
                <a:lnTo>
                  <a:pt x="47612" y="76297"/>
                </a:lnTo>
                <a:lnTo>
                  <a:pt x="46317" y="76386"/>
                </a:lnTo>
                <a:cubicBezTo>
                  <a:pt x="41105" y="77103"/>
                  <a:pt x="37462" y="81909"/>
                  <a:pt x="38179" y="87120"/>
                </a:cubicBezTo>
                <a:cubicBezTo>
                  <a:pt x="38761" y="91350"/>
                  <a:pt x="42087" y="94676"/>
                  <a:pt x="46317" y="95258"/>
                </a:cubicBezTo>
                <a:lnTo>
                  <a:pt x="47612" y="95347"/>
                </a:lnTo>
                <a:lnTo>
                  <a:pt x="161912" y="95347"/>
                </a:lnTo>
                <a:lnTo>
                  <a:pt x="163195" y="95258"/>
                </a:lnTo>
                <a:cubicBezTo>
                  <a:pt x="168406" y="94541"/>
                  <a:pt x="172050" y="89735"/>
                  <a:pt x="171333" y="84524"/>
                </a:cubicBezTo>
                <a:cubicBezTo>
                  <a:pt x="170751" y="80294"/>
                  <a:pt x="167425" y="76968"/>
                  <a:pt x="163195" y="76386"/>
                </a:cubicBezTo>
                <a:lnTo>
                  <a:pt x="161900" y="76297"/>
                </a:lnTo>
                <a:close/>
                <a:moveTo>
                  <a:pt x="184150" y="108047"/>
                </a:moveTo>
                <a:cubicBezTo>
                  <a:pt x="194158" y="108047"/>
                  <a:pt x="203175" y="112251"/>
                  <a:pt x="209550" y="118982"/>
                </a:cubicBezTo>
                <a:cubicBezTo>
                  <a:pt x="215683" y="125462"/>
                  <a:pt x="219093" y="134050"/>
                  <a:pt x="219075" y="142972"/>
                </a:cubicBezTo>
                <a:cubicBezTo>
                  <a:pt x="219090" y="151890"/>
                  <a:pt x="215680" y="160473"/>
                  <a:pt x="209550" y="166949"/>
                </a:cubicBezTo>
                <a:cubicBezTo>
                  <a:pt x="196308" y="180974"/>
                  <a:pt x="174203" y="181608"/>
                  <a:pt x="160179" y="168365"/>
                </a:cubicBezTo>
                <a:cubicBezTo>
                  <a:pt x="146154" y="155123"/>
                  <a:pt x="145521" y="133019"/>
                  <a:pt x="158763" y="118994"/>
                </a:cubicBezTo>
                <a:cubicBezTo>
                  <a:pt x="165359" y="112008"/>
                  <a:pt x="174542" y="108049"/>
                  <a:pt x="184150" y="108047"/>
                </a:cubicBezTo>
                <a:close/>
                <a:moveTo>
                  <a:pt x="120650" y="209647"/>
                </a:moveTo>
                <a:cubicBezTo>
                  <a:pt x="120650" y="199126"/>
                  <a:pt x="129179" y="190597"/>
                  <a:pt x="139700" y="190597"/>
                </a:cubicBezTo>
                <a:lnTo>
                  <a:pt x="228600" y="190597"/>
                </a:lnTo>
                <a:cubicBezTo>
                  <a:pt x="239121" y="190597"/>
                  <a:pt x="247650" y="199126"/>
                  <a:pt x="247650" y="209647"/>
                </a:cubicBezTo>
                <a:lnTo>
                  <a:pt x="247650" y="215997"/>
                </a:lnTo>
                <a:cubicBezTo>
                  <a:pt x="247650" y="241029"/>
                  <a:pt x="224028" y="266797"/>
                  <a:pt x="184150" y="266797"/>
                </a:cubicBezTo>
                <a:cubicBezTo>
                  <a:pt x="161493" y="266797"/>
                  <a:pt x="144094" y="258491"/>
                  <a:pt x="133274" y="246731"/>
                </a:cubicBezTo>
                <a:cubicBezTo>
                  <a:pt x="125044" y="237777"/>
                  <a:pt x="120650" y="226817"/>
                  <a:pt x="120650" y="215997"/>
                </a:cubicBezTo>
                <a:lnTo>
                  <a:pt x="120650" y="209647"/>
                </a:lnTo>
                <a:close/>
              </a:path>
            </a:pathLst>
          </a:cu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1BBB3B6-8757-040E-557C-4BEF13683B9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05282" y="3160439"/>
            <a:ext cx="591058" cy="591058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28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FADAB87-661B-7D0E-5302-7C5D63BBC1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05282" y="1997745"/>
            <a:ext cx="591058" cy="591058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28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C2FE5DC-7DA1-AC5C-7AD9-85E9A020912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05282" y="5485827"/>
            <a:ext cx="591058" cy="591058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28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E6262B0-9FAB-A092-F9D0-C2974D9A8CE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05282" y="4323133"/>
            <a:ext cx="591058" cy="591058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28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E0FBF94-353F-D184-5E65-2319B9098A5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264719" y="3160439"/>
            <a:ext cx="591058" cy="591058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28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6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A40B0BC-0999-7632-5382-181D53A8FB0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264720" y="1997745"/>
            <a:ext cx="591058" cy="591058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28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DEA3FD6-A563-29F1-B68B-F0D57561F82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264719" y="5485827"/>
            <a:ext cx="591058" cy="591058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28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8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8F031D2-4699-B9E2-9062-573C62D4C12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264719" y="4323133"/>
            <a:ext cx="591058" cy="591058"/>
          </a:xfrm>
          <a:prstGeom prst="ellipse">
            <a:avLst/>
          </a:prstGeom>
          <a:solidFill>
            <a:srgbClr val="091F2C"/>
          </a:solidFill>
          <a:ln w="3175">
            <a:solidFill>
              <a:schemeClr val="tx1">
                <a:alpha val="27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marL="228600" marR="0" lvl="0" indent="-22860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sz="2800" b="1" spc="0" baseline="0">
                <a:solidFill>
                  <a:schemeClr val="accent1"/>
                </a:solidFill>
                <a:cs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963719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36" userDrawn="1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6" name="Picture 35" descr="A silver shield with text and stars&#10;&#10;AI-generated content may be incorrect.">
            <a:extLst>
              <a:ext uri="{FF2B5EF4-FFF2-40B4-BE49-F238E27FC236}">
                <a16:creationId xmlns:a16="http://schemas.microsoft.com/office/drawing/2014/main" id="{74FF1801-287D-2733-9928-4E90A7D39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3844" t="2514" r="4223" b="5918"/>
          <a:stretch>
            <a:fillRect/>
          </a:stretch>
        </p:blipFill>
        <p:spPr>
          <a:xfrm>
            <a:off x="11385550" y="288925"/>
            <a:ext cx="512761" cy="510720"/>
          </a:xfrm>
          <a:prstGeom prst="rect">
            <a:avLst/>
          </a:prstGeom>
          <a:effectLst/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D0CDBD-486B-08B6-B33E-947AC20B8842}"/>
              </a:ext>
            </a:extLst>
          </p:cNvPr>
          <p:cNvSpPr/>
          <p:nvPr userDrawn="1"/>
        </p:nvSpPr>
        <p:spPr bwMode="auto">
          <a:xfrm>
            <a:off x="586740" y="1846019"/>
            <a:ext cx="11018520" cy="4055116"/>
          </a:xfrm>
          <a:prstGeom prst="roundRect">
            <a:avLst>
              <a:gd name="adj" fmla="val 4652"/>
            </a:avLst>
          </a:prstGeom>
          <a:solidFill>
            <a:schemeClr val="tx1">
              <a:alpha val="7000"/>
            </a:schemeClr>
          </a:solidFill>
          <a:ln w="127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46304" rIns="182880" bIns="146304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32114" fontAlgn="base">
              <a:spcBef>
                <a:spcPct val="0"/>
              </a:spcBef>
              <a:spcAft>
                <a:spcPct val="0"/>
              </a:spcAft>
            </a:pPr>
            <a:endParaRPr lang="en-US" sz="1200" err="1">
              <a:solidFill>
                <a:srgbClr val="FFFFFF"/>
              </a:solidFill>
              <a:latin typeface="Segoe UI Semibold"/>
              <a:cs typeface="Segoe UI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FBFC18-9BB0-D67E-D0DA-9B44A4A7650A}"/>
              </a:ext>
            </a:extLst>
          </p:cNvPr>
          <p:cNvCxnSpPr/>
          <p:nvPr userDrawn="1"/>
        </p:nvCxnSpPr>
        <p:spPr>
          <a:xfrm>
            <a:off x="4259580" y="2094997"/>
            <a:ext cx="0" cy="3553811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A9B0A0-B895-DAD9-0DDF-1E5E912DEB49}"/>
              </a:ext>
            </a:extLst>
          </p:cNvPr>
          <p:cNvCxnSpPr/>
          <p:nvPr userDrawn="1"/>
        </p:nvCxnSpPr>
        <p:spPr>
          <a:xfrm>
            <a:off x="7932420" y="2094997"/>
            <a:ext cx="0" cy="3553811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5DEF41EF-FFBA-DFC1-61C6-4F88587F7305}"/>
              </a:ext>
            </a:extLst>
          </p:cNvPr>
          <p:cNvSpPr/>
          <p:nvPr/>
        </p:nvSpPr>
        <p:spPr bwMode="auto">
          <a:xfrm>
            <a:off x="849547" y="2094997"/>
            <a:ext cx="608922" cy="608922"/>
          </a:xfrm>
          <a:prstGeom prst="ellipse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42950" defTabSz="932742" fontAlgn="base">
              <a:spcBef>
                <a:spcPct val="0"/>
              </a:spcBef>
              <a:spcAft>
                <a:spcPct val="0"/>
              </a:spcAft>
            </a:pPr>
            <a:endParaRPr lang="en-US" sz="4000" spc="-50" err="1">
              <a:ln w="3175">
                <a:noFill/>
              </a:ln>
              <a:solidFill>
                <a:schemeClr val="tx1"/>
              </a:solidFill>
              <a:latin typeface="Aptos SemiBold" panose="020B0004020202020204" pitchFamily="34" charset="0"/>
              <a:cs typeface="Segoe UI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1EB9EC8-A884-8284-0AAB-4976403F13D1}"/>
              </a:ext>
            </a:extLst>
          </p:cNvPr>
          <p:cNvSpPr/>
          <p:nvPr/>
        </p:nvSpPr>
        <p:spPr bwMode="auto">
          <a:xfrm>
            <a:off x="4522387" y="2094997"/>
            <a:ext cx="608922" cy="608922"/>
          </a:xfrm>
          <a:prstGeom prst="ellipse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42950" defTabSz="932742" fontAlgn="base">
              <a:spcBef>
                <a:spcPct val="0"/>
              </a:spcBef>
              <a:spcAft>
                <a:spcPct val="0"/>
              </a:spcAft>
            </a:pPr>
            <a:endParaRPr lang="en-US" sz="4000" spc="-50" err="1">
              <a:ln w="3175">
                <a:noFill/>
              </a:ln>
              <a:solidFill>
                <a:schemeClr val="tx1"/>
              </a:solidFill>
              <a:latin typeface="Aptos SemiBold" panose="020B0004020202020204" pitchFamily="34" charset="0"/>
              <a:cs typeface="Segoe UI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601F06-DEF7-3668-4404-6D919F0EC362}"/>
              </a:ext>
            </a:extLst>
          </p:cNvPr>
          <p:cNvSpPr/>
          <p:nvPr/>
        </p:nvSpPr>
        <p:spPr bwMode="auto">
          <a:xfrm>
            <a:off x="8195227" y="2094997"/>
            <a:ext cx="608922" cy="608922"/>
          </a:xfrm>
          <a:prstGeom prst="ellipse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42950" defTabSz="932742" fontAlgn="base">
              <a:spcBef>
                <a:spcPct val="0"/>
              </a:spcBef>
              <a:spcAft>
                <a:spcPct val="0"/>
              </a:spcAft>
            </a:pPr>
            <a:endParaRPr lang="en-US" sz="4000" spc="-50" err="1">
              <a:ln w="3175">
                <a:noFill/>
              </a:ln>
              <a:solidFill>
                <a:schemeClr val="tx1"/>
              </a:solidFill>
              <a:latin typeface="Aptos SemiBold" panose="020B0004020202020204" pitchFamily="34" charset="0"/>
              <a:cs typeface="Segoe UI" pitchFamily="34" charset="0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49A0E9F-3858-893C-CF35-1DD566F40965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49547" y="3436166"/>
            <a:ext cx="3147226" cy="2215991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EC3F2F95-6ED2-1046-914B-4C224F758955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195227" y="3436166"/>
            <a:ext cx="3147226" cy="2215991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E5CBFBF-4CAD-1F92-0464-5C423F9DA982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4522387" y="3436166"/>
            <a:ext cx="3147226" cy="2215991"/>
          </a:xfr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CDCC00D-17ED-8F0B-BBBF-1BA6112B423F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849547" y="2856765"/>
            <a:ext cx="3145536" cy="369332"/>
          </a:xfrm>
        </p:spPr>
        <p:txBody>
          <a:bodyPr anchor="ctr"/>
          <a:lstStyle>
            <a:lvl1pPr marL="0" indent="0">
              <a:buSzPct val="100000"/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87A69CFD-DA45-7D52-4657-984FCD979650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522387" y="2856765"/>
            <a:ext cx="3145536" cy="369332"/>
          </a:xfrm>
        </p:spPr>
        <p:txBody>
          <a:bodyPr anchor="ctr"/>
          <a:lstStyle>
            <a:lvl1pPr marL="0" indent="0">
              <a:buSzPct val="100000"/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8859C94-ABDB-53E3-8E82-EE100F40EC8A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8195227" y="2856765"/>
            <a:ext cx="3145536" cy="369332"/>
          </a:xfrm>
        </p:spPr>
        <p:txBody>
          <a:bodyPr anchor="ctr"/>
          <a:lstStyle>
            <a:lvl1pPr marL="0" indent="0">
              <a:buSzPct val="100000"/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2813020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6" name="Picture 35" descr="A silver shield with text and stars&#10;&#10;AI-generated content may be incorrect.">
            <a:extLst>
              <a:ext uri="{FF2B5EF4-FFF2-40B4-BE49-F238E27FC236}">
                <a16:creationId xmlns:a16="http://schemas.microsoft.com/office/drawing/2014/main" id="{74FF1801-287D-2733-9928-4E90A7D39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3844" t="2514" r="4223" b="5918"/>
          <a:stretch>
            <a:fillRect/>
          </a:stretch>
        </p:blipFill>
        <p:spPr>
          <a:xfrm>
            <a:off x="11385550" y="288925"/>
            <a:ext cx="512761" cy="510720"/>
          </a:xfrm>
          <a:prstGeom prst="rect">
            <a:avLst/>
          </a:prstGeom>
          <a:effectLst/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645E16D-A6F6-12D4-1B52-72DA2FD4BF7B}"/>
              </a:ext>
            </a:extLst>
          </p:cNvPr>
          <p:cNvSpPr/>
          <p:nvPr userDrawn="1"/>
        </p:nvSpPr>
        <p:spPr bwMode="auto">
          <a:xfrm>
            <a:off x="588263" y="1589627"/>
            <a:ext cx="11018520" cy="4567901"/>
          </a:xfrm>
          <a:prstGeom prst="roundRect">
            <a:avLst>
              <a:gd name="adj" fmla="val 6066"/>
            </a:avLst>
          </a:prstGeom>
          <a:solidFill>
            <a:schemeClr val="bg1"/>
          </a:solidFill>
          <a:ln w="1270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kern="0" err="1">
              <a:solidFill>
                <a:srgbClr val="091F2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7CDE501-956F-6601-6FAF-072526D90C33}"/>
              </a:ext>
            </a:extLst>
          </p:cNvPr>
          <p:cNvSpPr>
            <a:spLocks/>
          </p:cNvSpPr>
          <p:nvPr userDrawn="1"/>
        </p:nvSpPr>
        <p:spPr bwMode="auto">
          <a:xfrm>
            <a:off x="765046" y="2077407"/>
            <a:ext cx="3464054" cy="3897558"/>
          </a:xfrm>
          <a:prstGeom prst="roundRect">
            <a:avLst>
              <a:gd name="adj" fmla="val 4652"/>
            </a:avLst>
          </a:prstGeom>
          <a:solidFill>
            <a:schemeClr val="tx1">
              <a:alpha val="7000"/>
            </a:schemeClr>
          </a:solidFill>
          <a:ln w="127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46304" rIns="182880" bIns="146304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32114" fontAlgn="base">
              <a:spcBef>
                <a:spcPct val="0"/>
              </a:spcBef>
              <a:spcAft>
                <a:spcPct val="0"/>
              </a:spcAft>
            </a:pPr>
            <a:endParaRPr lang="en-US" sz="1200" err="1">
              <a:solidFill>
                <a:srgbClr val="FFFFFF"/>
              </a:solidFill>
              <a:latin typeface="Segoe UI Semibold"/>
              <a:cs typeface="Segoe UI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FE743D-A6AF-9359-20C5-5A92376990BA}"/>
              </a:ext>
            </a:extLst>
          </p:cNvPr>
          <p:cNvSpPr>
            <a:spLocks/>
          </p:cNvSpPr>
          <p:nvPr userDrawn="1"/>
        </p:nvSpPr>
        <p:spPr bwMode="auto">
          <a:xfrm>
            <a:off x="4365496" y="2036534"/>
            <a:ext cx="3464054" cy="3938431"/>
          </a:xfrm>
          <a:prstGeom prst="roundRect">
            <a:avLst>
              <a:gd name="adj" fmla="val 4652"/>
            </a:avLst>
          </a:prstGeom>
          <a:solidFill>
            <a:schemeClr val="tx1">
              <a:alpha val="7000"/>
            </a:schemeClr>
          </a:solidFill>
          <a:ln w="127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46304" rIns="182880" bIns="146304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32114" fontAlgn="base">
              <a:spcBef>
                <a:spcPct val="0"/>
              </a:spcBef>
              <a:spcAft>
                <a:spcPct val="0"/>
              </a:spcAft>
            </a:pPr>
            <a:endParaRPr lang="en-US" sz="1200" err="1">
              <a:solidFill>
                <a:srgbClr val="FFFFFF"/>
              </a:solidFill>
              <a:latin typeface="Segoe UI Semibold"/>
              <a:cs typeface="Segoe UI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6E01AF0-8759-B771-27B6-2E0ED3E04E87}"/>
              </a:ext>
            </a:extLst>
          </p:cNvPr>
          <p:cNvSpPr>
            <a:spLocks/>
          </p:cNvSpPr>
          <p:nvPr userDrawn="1"/>
        </p:nvSpPr>
        <p:spPr bwMode="auto">
          <a:xfrm>
            <a:off x="7965946" y="2036534"/>
            <a:ext cx="3464054" cy="3938431"/>
          </a:xfrm>
          <a:prstGeom prst="roundRect">
            <a:avLst>
              <a:gd name="adj" fmla="val 4652"/>
            </a:avLst>
          </a:prstGeom>
          <a:solidFill>
            <a:schemeClr val="tx1">
              <a:alpha val="7000"/>
            </a:schemeClr>
          </a:solidFill>
          <a:ln w="127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46304" rIns="182880" bIns="146304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32114" fontAlgn="base">
              <a:spcBef>
                <a:spcPct val="0"/>
              </a:spcBef>
              <a:spcAft>
                <a:spcPct val="0"/>
              </a:spcAft>
            </a:pPr>
            <a:endParaRPr lang="en-US" sz="1200" err="1">
              <a:solidFill>
                <a:srgbClr val="FFFFFF"/>
              </a:solidFill>
              <a:latin typeface="Segoe UI Semibold"/>
              <a:cs typeface="Segoe UI" pitchFamily="34" charset="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49A0E9F-3858-893C-CF35-1DD566F409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3460" y="2686051"/>
            <a:ext cx="3147226" cy="3124200"/>
          </a:xfrm>
        </p:spPr>
        <p:txBody>
          <a:bodyPr>
            <a:no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C3F2F95-6ED2-1046-914B-4C224F7589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24360" y="2686051"/>
            <a:ext cx="3147226" cy="3124200"/>
          </a:xfrm>
        </p:spPr>
        <p:txBody>
          <a:bodyPr>
            <a:no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E5CBFBF-4CAD-1F92-0464-5C423F9DA9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23910" y="2686051"/>
            <a:ext cx="3147226" cy="3124200"/>
          </a:xfrm>
        </p:spPr>
        <p:txBody>
          <a:bodyPr>
            <a:no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CDCC00D-17ED-8F0B-BBBF-1BA6112B423F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880363" y="1770474"/>
            <a:ext cx="3233420" cy="613866"/>
          </a:xfrm>
          <a:prstGeom prst="roundRect">
            <a:avLst>
              <a:gd name="adj" fmla="val 75114"/>
            </a:avLst>
          </a:prstGeom>
          <a:gradFill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</a:gradFill>
        </p:spPr>
        <p:txBody>
          <a:bodyPr lIns="91440" tIns="45720" rIns="91440" bIns="45720" anchor="ctr">
            <a:no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87A69CFD-DA45-7D52-4657-984FCD979650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480813" y="1770474"/>
            <a:ext cx="3233420" cy="613866"/>
          </a:xfrm>
          <a:prstGeom prst="roundRect">
            <a:avLst>
              <a:gd name="adj" fmla="val 75114"/>
            </a:avLst>
          </a:prstGeom>
          <a:gradFill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</a:gradFill>
        </p:spPr>
        <p:txBody>
          <a:bodyPr anchor="ctr">
            <a:no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8859C94-ABDB-53E3-8E82-EE100F40EC8A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8081263" y="1770474"/>
            <a:ext cx="3233420" cy="613866"/>
          </a:xfrm>
          <a:prstGeom prst="roundRect">
            <a:avLst>
              <a:gd name="adj" fmla="val 75114"/>
            </a:avLst>
          </a:prstGeom>
          <a:gradFill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</a:gradFill>
        </p:spPr>
        <p:txBody>
          <a:bodyPr lIns="91440" tIns="45720" rIns="91440" bIns="45720" anchor="ctr">
            <a:no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7224144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219CF8-6301-062F-3878-5DD2BC8B11D9}"/>
              </a:ext>
            </a:extLst>
          </p:cNvPr>
          <p:cNvSpPr>
            <a:spLocks/>
          </p:cNvSpPr>
          <p:nvPr userDrawn="1"/>
        </p:nvSpPr>
        <p:spPr bwMode="auto">
          <a:xfrm>
            <a:off x="1" y="0"/>
            <a:ext cx="4065588" cy="6858000"/>
          </a:xfrm>
          <a:prstGeom prst="rect">
            <a:avLst/>
          </a:pr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B417DA-4FE9-DDB4-D474-47CEAD57BA9A}"/>
              </a:ext>
            </a:extLst>
          </p:cNvPr>
          <p:cNvSpPr/>
          <p:nvPr userDrawn="1"/>
        </p:nvSpPr>
        <p:spPr bwMode="auto">
          <a:xfrm>
            <a:off x="4649788" y="1569334"/>
            <a:ext cx="652463" cy="652463"/>
          </a:xfrm>
          <a:prstGeom prst="ellipse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42950" defTabSz="932742" fontAlgn="base">
              <a:spcBef>
                <a:spcPct val="0"/>
              </a:spcBef>
              <a:spcAft>
                <a:spcPct val="0"/>
              </a:spcAft>
            </a:pPr>
            <a:endParaRPr lang="en-US" sz="4000" spc="-50" err="1">
              <a:ln w="3175">
                <a:noFill/>
              </a:ln>
              <a:solidFill>
                <a:schemeClr val="tx1"/>
              </a:solidFill>
              <a:latin typeface="Aptos SemiBold" panose="020B0004020202020204" pitchFamily="34" charset="0"/>
              <a:cs typeface="Segoe UI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708FCF-8546-DBA2-A113-19B7FDF6B7BA}"/>
              </a:ext>
            </a:extLst>
          </p:cNvPr>
          <p:cNvCxnSpPr/>
          <p:nvPr userDrawn="1"/>
        </p:nvCxnSpPr>
        <p:spPr>
          <a:xfrm>
            <a:off x="5428343" y="1895565"/>
            <a:ext cx="6181045" cy="0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444115"/>
            <a:ext cx="2824862" cy="1969770"/>
          </a:xfrm>
        </p:spPr>
        <p:txBody>
          <a:bodyPr anchor="ctr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6" name="Picture 35" descr="A silver shield with text and stars&#10;&#10;AI-generated content may be incorrect.">
            <a:extLst>
              <a:ext uri="{FF2B5EF4-FFF2-40B4-BE49-F238E27FC236}">
                <a16:creationId xmlns:a16="http://schemas.microsoft.com/office/drawing/2014/main" id="{74FF1801-287D-2733-9928-4E90A7D39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3844" t="2514" r="4223" b="5918"/>
          <a:stretch>
            <a:fillRect/>
          </a:stretch>
        </p:blipFill>
        <p:spPr>
          <a:xfrm>
            <a:off x="11385550" y="288925"/>
            <a:ext cx="512761" cy="510720"/>
          </a:xfrm>
          <a:prstGeom prst="rect">
            <a:avLst/>
          </a:prstGeom>
          <a:effectLst/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C49A0E9F-3858-893C-CF35-1DD566F409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9788" y="2487898"/>
            <a:ext cx="6959600" cy="2800767"/>
          </a:xfrm>
        </p:spPr>
        <p:txBody>
          <a:bodyPr>
            <a:noAutofit/>
          </a:bodyPr>
          <a:lstStyle>
            <a:lvl1pPr marL="0" indent="0" algn="l">
              <a:buSzPct val="100000"/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  <a:p>
            <a:pPr lvl="0"/>
            <a:r>
              <a:rPr lang="en-US"/>
              <a:t>Nunc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est. </a:t>
            </a:r>
            <a:r>
              <a:rPr lang="en-US" err="1"/>
              <a:t>Vivamus</a:t>
            </a:r>
            <a:r>
              <a:rPr lang="en-US"/>
              <a:t> a </a:t>
            </a:r>
            <a:r>
              <a:rPr lang="en-US" err="1"/>
              <a:t>tellus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98106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ontent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10DD66-BEF5-AD96-BBE3-8DE5EBF9AFF0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5008563" cy="6858000"/>
          </a:xfrm>
          <a:prstGeom prst="rect">
            <a:avLst/>
          </a:pr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20564B-5731-3320-C8CA-3A47A25F8901}"/>
              </a:ext>
            </a:extLst>
          </p:cNvPr>
          <p:cNvSpPr/>
          <p:nvPr userDrawn="1"/>
        </p:nvSpPr>
        <p:spPr bwMode="auto">
          <a:xfrm>
            <a:off x="3619500" y="914401"/>
            <a:ext cx="7987282" cy="5029198"/>
          </a:xfrm>
          <a:prstGeom prst="roundRect">
            <a:avLst>
              <a:gd name="adj" fmla="val 6066"/>
            </a:avLst>
          </a:prstGeom>
          <a:solidFill>
            <a:schemeClr val="bg1"/>
          </a:solidFill>
          <a:ln w="1270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kern="0" err="1">
              <a:solidFill>
                <a:srgbClr val="091F2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CDE4F4-7637-A3B9-AE34-A62C85748D27}"/>
              </a:ext>
            </a:extLst>
          </p:cNvPr>
          <p:cNvCxnSpPr/>
          <p:nvPr userDrawn="1"/>
        </p:nvCxnSpPr>
        <p:spPr>
          <a:xfrm>
            <a:off x="6306803" y="3305889"/>
            <a:ext cx="0" cy="2496312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48FCFE-C510-1CB5-C187-2B33129616FB}"/>
              </a:ext>
            </a:extLst>
          </p:cNvPr>
          <p:cNvCxnSpPr/>
          <p:nvPr userDrawn="1"/>
        </p:nvCxnSpPr>
        <p:spPr>
          <a:xfrm>
            <a:off x="8919481" y="3305889"/>
            <a:ext cx="0" cy="2496312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444115"/>
            <a:ext cx="2824862" cy="1969770"/>
          </a:xfrm>
        </p:spPr>
        <p:txBody>
          <a:bodyPr anchor="ctr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6" name="Picture 35" descr="A silver shield with text and stars&#10;&#10;AI-generated content may be incorrect.">
            <a:extLst>
              <a:ext uri="{FF2B5EF4-FFF2-40B4-BE49-F238E27FC236}">
                <a16:creationId xmlns:a16="http://schemas.microsoft.com/office/drawing/2014/main" id="{74FF1801-287D-2733-9928-4E90A7D39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3844" t="2514" r="4223" b="5918"/>
          <a:stretch>
            <a:fillRect/>
          </a:stretch>
        </p:blipFill>
        <p:spPr>
          <a:xfrm>
            <a:off x="11385550" y="288925"/>
            <a:ext cx="512761" cy="510720"/>
          </a:xfrm>
          <a:prstGeom prst="rect">
            <a:avLst/>
          </a:prstGeom>
          <a:effectLst/>
        </p:spPr>
      </p:pic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60C2E20-61E5-BBC7-39EB-725601DC71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537" y="3695700"/>
            <a:ext cx="2313210" cy="2103178"/>
          </a:xfrm>
        </p:spPr>
        <p:txBody>
          <a:bodyPr>
            <a:no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,.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C84EC4A-7494-5FEF-0C8D-CA5524840E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69214" y="3695700"/>
            <a:ext cx="2313210" cy="2103178"/>
          </a:xfrm>
        </p:spPr>
        <p:txBody>
          <a:bodyPr>
            <a:no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,.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E4553E0-0909-E795-4581-D517C4E25F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3859" y="3695700"/>
            <a:ext cx="2313210" cy="2103178"/>
          </a:xfrm>
        </p:spPr>
        <p:txBody>
          <a:bodyPr>
            <a:no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,.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51A41B7-DAA5-FB6A-0384-21E000A9E7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3859" y="3279527"/>
            <a:ext cx="2313210" cy="276999"/>
          </a:xfrm>
        </p:spPr>
        <p:txBody>
          <a:bodyPr>
            <a:sp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0CC8220-519E-0158-8039-E66ED6F5C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6537" y="3279527"/>
            <a:ext cx="2313210" cy="276999"/>
          </a:xfrm>
        </p:spPr>
        <p:txBody>
          <a:bodyPr>
            <a:sp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23F7EEB-42B1-67A4-209A-D406C1BA93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69214" y="3279527"/>
            <a:ext cx="2313210" cy="276999"/>
          </a:xfrm>
        </p:spPr>
        <p:txBody>
          <a:bodyPr>
            <a:sp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1D98E28-0CAD-035F-2E2B-3A739CB2D1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68751" y="1059121"/>
            <a:ext cx="2463426" cy="2052069"/>
          </a:xfrm>
          <a:custGeom>
            <a:avLst/>
            <a:gdLst>
              <a:gd name="connsiteX0" fmla="*/ 182614 w 2463426"/>
              <a:gd name="connsiteY0" fmla="*/ 0 h 2052069"/>
              <a:gd name="connsiteX1" fmla="*/ 2280812 w 2463426"/>
              <a:gd name="connsiteY1" fmla="*/ 0 h 2052069"/>
              <a:gd name="connsiteX2" fmla="*/ 2463426 w 2463426"/>
              <a:gd name="connsiteY2" fmla="*/ 182614 h 2052069"/>
              <a:gd name="connsiteX3" fmla="*/ 2463426 w 2463426"/>
              <a:gd name="connsiteY3" fmla="*/ 1869455 h 2052069"/>
              <a:gd name="connsiteX4" fmla="*/ 2280812 w 2463426"/>
              <a:gd name="connsiteY4" fmla="*/ 2052069 h 2052069"/>
              <a:gd name="connsiteX5" fmla="*/ 1653356 w 2463426"/>
              <a:gd name="connsiteY5" fmla="*/ 2052069 h 2052069"/>
              <a:gd name="connsiteX6" fmla="*/ 1624193 w 2463426"/>
              <a:gd name="connsiteY6" fmla="*/ 2022906 h 2052069"/>
              <a:gd name="connsiteX7" fmla="*/ 839233 w 2463426"/>
              <a:gd name="connsiteY7" fmla="*/ 2022906 h 2052069"/>
              <a:gd name="connsiteX8" fmla="*/ 810070 w 2463426"/>
              <a:gd name="connsiteY8" fmla="*/ 2052069 h 2052069"/>
              <a:gd name="connsiteX9" fmla="*/ 182614 w 2463426"/>
              <a:gd name="connsiteY9" fmla="*/ 2052069 h 2052069"/>
              <a:gd name="connsiteX10" fmla="*/ 0 w 2463426"/>
              <a:gd name="connsiteY10" fmla="*/ 1869455 h 2052069"/>
              <a:gd name="connsiteX11" fmla="*/ 0 w 2463426"/>
              <a:gd name="connsiteY11" fmla="*/ 182614 h 2052069"/>
              <a:gd name="connsiteX12" fmla="*/ 182614 w 2463426"/>
              <a:gd name="connsiteY12" fmla="*/ 0 h 205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3426" h="2052069">
                <a:moveTo>
                  <a:pt x="182614" y="0"/>
                </a:moveTo>
                <a:lnTo>
                  <a:pt x="2280812" y="0"/>
                </a:lnTo>
                <a:cubicBezTo>
                  <a:pt x="2381667" y="0"/>
                  <a:pt x="2463426" y="81759"/>
                  <a:pt x="2463426" y="182614"/>
                </a:cubicBezTo>
                <a:lnTo>
                  <a:pt x="2463426" y="1869455"/>
                </a:lnTo>
                <a:cubicBezTo>
                  <a:pt x="2463426" y="1970310"/>
                  <a:pt x="2381667" y="2052069"/>
                  <a:pt x="2280812" y="2052069"/>
                </a:cubicBezTo>
                <a:lnTo>
                  <a:pt x="1653356" y="2052069"/>
                </a:lnTo>
                <a:cubicBezTo>
                  <a:pt x="1653356" y="2035963"/>
                  <a:pt x="1640299" y="2022906"/>
                  <a:pt x="1624193" y="2022906"/>
                </a:cubicBezTo>
                <a:lnTo>
                  <a:pt x="839233" y="2022906"/>
                </a:lnTo>
                <a:cubicBezTo>
                  <a:pt x="823127" y="2022906"/>
                  <a:pt x="810070" y="2035963"/>
                  <a:pt x="810070" y="2052069"/>
                </a:cubicBezTo>
                <a:lnTo>
                  <a:pt x="182614" y="2052069"/>
                </a:lnTo>
                <a:cubicBezTo>
                  <a:pt x="81759" y="2052069"/>
                  <a:pt x="0" y="1970310"/>
                  <a:pt x="0" y="1869455"/>
                </a:cubicBezTo>
                <a:lnTo>
                  <a:pt x="0" y="182614"/>
                </a:lnTo>
                <a:cubicBezTo>
                  <a:pt x="0" y="81759"/>
                  <a:pt x="81759" y="0"/>
                  <a:pt x="182614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8B396C93-33F3-A84C-9C20-9AF3D574F97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81428" y="1059121"/>
            <a:ext cx="2463426" cy="2052069"/>
          </a:xfrm>
          <a:custGeom>
            <a:avLst/>
            <a:gdLst>
              <a:gd name="connsiteX0" fmla="*/ 182614 w 2463426"/>
              <a:gd name="connsiteY0" fmla="*/ 0 h 2052069"/>
              <a:gd name="connsiteX1" fmla="*/ 2280812 w 2463426"/>
              <a:gd name="connsiteY1" fmla="*/ 0 h 2052069"/>
              <a:gd name="connsiteX2" fmla="*/ 2463426 w 2463426"/>
              <a:gd name="connsiteY2" fmla="*/ 182614 h 2052069"/>
              <a:gd name="connsiteX3" fmla="*/ 2463426 w 2463426"/>
              <a:gd name="connsiteY3" fmla="*/ 1869455 h 2052069"/>
              <a:gd name="connsiteX4" fmla="*/ 2280812 w 2463426"/>
              <a:gd name="connsiteY4" fmla="*/ 2052069 h 2052069"/>
              <a:gd name="connsiteX5" fmla="*/ 1653355 w 2463426"/>
              <a:gd name="connsiteY5" fmla="*/ 2052069 h 2052069"/>
              <a:gd name="connsiteX6" fmla="*/ 1624192 w 2463426"/>
              <a:gd name="connsiteY6" fmla="*/ 2022906 h 2052069"/>
              <a:gd name="connsiteX7" fmla="*/ 839232 w 2463426"/>
              <a:gd name="connsiteY7" fmla="*/ 2022906 h 2052069"/>
              <a:gd name="connsiteX8" fmla="*/ 810069 w 2463426"/>
              <a:gd name="connsiteY8" fmla="*/ 2052069 h 2052069"/>
              <a:gd name="connsiteX9" fmla="*/ 182614 w 2463426"/>
              <a:gd name="connsiteY9" fmla="*/ 2052069 h 2052069"/>
              <a:gd name="connsiteX10" fmla="*/ 0 w 2463426"/>
              <a:gd name="connsiteY10" fmla="*/ 1869455 h 2052069"/>
              <a:gd name="connsiteX11" fmla="*/ 0 w 2463426"/>
              <a:gd name="connsiteY11" fmla="*/ 182614 h 2052069"/>
              <a:gd name="connsiteX12" fmla="*/ 182614 w 2463426"/>
              <a:gd name="connsiteY12" fmla="*/ 0 h 205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3426" h="2052069">
                <a:moveTo>
                  <a:pt x="182614" y="0"/>
                </a:moveTo>
                <a:lnTo>
                  <a:pt x="2280812" y="0"/>
                </a:lnTo>
                <a:cubicBezTo>
                  <a:pt x="2381667" y="0"/>
                  <a:pt x="2463426" y="81759"/>
                  <a:pt x="2463426" y="182614"/>
                </a:cubicBezTo>
                <a:lnTo>
                  <a:pt x="2463426" y="1869455"/>
                </a:lnTo>
                <a:cubicBezTo>
                  <a:pt x="2463426" y="1970310"/>
                  <a:pt x="2381667" y="2052069"/>
                  <a:pt x="2280812" y="2052069"/>
                </a:cubicBezTo>
                <a:lnTo>
                  <a:pt x="1653355" y="2052069"/>
                </a:lnTo>
                <a:cubicBezTo>
                  <a:pt x="1653355" y="2035963"/>
                  <a:pt x="1640298" y="2022906"/>
                  <a:pt x="1624192" y="2022906"/>
                </a:cubicBezTo>
                <a:lnTo>
                  <a:pt x="839232" y="2022906"/>
                </a:lnTo>
                <a:cubicBezTo>
                  <a:pt x="823126" y="2022906"/>
                  <a:pt x="810069" y="2035963"/>
                  <a:pt x="810069" y="2052069"/>
                </a:cubicBezTo>
                <a:lnTo>
                  <a:pt x="182614" y="2052069"/>
                </a:lnTo>
                <a:cubicBezTo>
                  <a:pt x="81759" y="2052069"/>
                  <a:pt x="0" y="1970310"/>
                  <a:pt x="0" y="1869455"/>
                </a:cubicBezTo>
                <a:lnTo>
                  <a:pt x="0" y="182614"/>
                </a:lnTo>
                <a:cubicBezTo>
                  <a:pt x="0" y="81759"/>
                  <a:pt x="81759" y="0"/>
                  <a:pt x="182614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DF35B82B-21E8-F822-97E1-9D6F9F9C786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994106" y="1059121"/>
            <a:ext cx="2463426" cy="2052069"/>
          </a:xfrm>
          <a:custGeom>
            <a:avLst/>
            <a:gdLst>
              <a:gd name="connsiteX0" fmla="*/ 182614 w 2463426"/>
              <a:gd name="connsiteY0" fmla="*/ 0 h 2052069"/>
              <a:gd name="connsiteX1" fmla="*/ 2280812 w 2463426"/>
              <a:gd name="connsiteY1" fmla="*/ 0 h 2052069"/>
              <a:gd name="connsiteX2" fmla="*/ 2463426 w 2463426"/>
              <a:gd name="connsiteY2" fmla="*/ 182614 h 2052069"/>
              <a:gd name="connsiteX3" fmla="*/ 2463426 w 2463426"/>
              <a:gd name="connsiteY3" fmla="*/ 1869455 h 2052069"/>
              <a:gd name="connsiteX4" fmla="*/ 2280812 w 2463426"/>
              <a:gd name="connsiteY4" fmla="*/ 2052069 h 2052069"/>
              <a:gd name="connsiteX5" fmla="*/ 1653355 w 2463426"/>
              <a:gd name="connsiteY5" fmla="*/ 2052069 h 2052069"/>
              <a:gd name="connsiteX6" fmla="*/ 1624192 w 2463426"/>
              <a:gd name="connsiteY6" fmla="*/ 2022906 h 2052069"/>
              <a:gd name="connsiteX7" fmla="*/ 839232 w 2463426"/>
              <a:gd name="connsiteY7" fmla="*/ 2022906 h 2052069"/>
              <a:gd name="connsiteX8" fmla="*/ 810069 w 2463426"/>
              <a:gd name="connsiteY8" fmla="*/ 2052069 h 2052069"/>
              <a:gd name="connsiteX9" fmla="*/ 182614 w 2463426"/>
              <a:gd name="connsiteY9" fmla="*/ 2052069 h 2052069"/>
              <a:gd name="connsiteX10" fmla="*/ 0 w 2463426"/>
              <a:gd name="connsiteY10" fmla="*/ 1869455 h 2052069"/>
              <a:gd name="connsiteX11" fmla="*/ 0 w 2463426"/>
              <a:gd name="connsiteY11" fmla="*/ 182614 h 2052069"/>
              <a:gd name="connsiteX12" fmla="*/ 182614 w 2463426"/>
              <a:gd name="connsiteY12" fmla="*/ 0 h 205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3426" h="2052069">
                <a:moveTo>
                  <a:pt x="182614" y="0"/>
                </a:moveTo>
                <a:lnTo>
                  <a:pt x="2280812" y="0"/>
                </a:lnTo>
                <a:cubicBezTo>
                  <a:pt x="2381667" y="0"/>
                  <a:pt x="2463426" y="81759"/>
                  <a:pt x="2463426" y="182614"/>
                </a:cubicBezTo>
                <a:lnTo>
                  <a:pt x="2463426" y="1869455"/>
                </a:lnTo>
                <a:cubicBezTo>
                  <a:pt x="2463426" y="1970310"/>
                  <a:pt x="2381667" y="2052069"/>
                  <a:pt x="2280812" y="2052069"/>
                </a:cubicBezTo>
                <a:lnTo>
                  <a:pt x="1653355" y="2052069"/>
                </a:lnTo>
                <a:cubicBezTo>
                  <a:pt x="1653355" y="2035963"/>
                  <a:pt x="1640298" y="2022906"/>
                  <a:pt x="1624192" y="2022906"/>
                </a:cubicBezTo>
                <a:lnTo>
                  <a:pt x="839232" y="2022906"/>
                </a:lnTo>
                <a:cubicBezTo>
                  <a:pt x="823126" y="2022906"/>
                  <a:pt x="810069" y="2035963"/>
                  <a:pt x="810069" y="2052069"/>
                </a:cubicBezTo>
                <a:lnTo>
                  <a:pt x="182614" y="2052069"/>
                </a:lnTo>
                <a:cubicBezTo>
                  <a:pt x="81759" y="2052069"/>
                  <a:pt x="0" y="1970310"/>
                  <a:pt x="0" y="1869455"/>
                </a:cubicBezTo>
                <a:lnTo>
                  <a:pt x="0" y="182614"/>
                </a:lnTo>
                <a:cubicBezTo>
                  <a:pt x="0" y="81759"/>
                  <a:pt x="81759" y="0"/>
                  <a:pt x="182614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36D4A3A3-E4CC-9EEE-5852-9D0EC5427E69}"/>
              </a:ext>
            </a:extLst>
          </p:cNvPr>
          <p:cNvSpPr txBox="1">
            <a:spLocks/>
          </p:cNvSpPr>
          <p:nvPr userDrawn="1"/>
        </p:nvSpPr>
        <p:spPr>
          <a:xfrm>
            <a:off x="4578821" y="3082027"/>
            <a:ext cx="843286" cy="58326"/>
          </a:xfrm>
          <a:prstGeom prst="roundRect">
            <a:avLst>
              <a:gd name="adj" fmla="val 313091"/>
            </a:avLst>
          </a:prstGeom>
          <a:solidFill>
            <a:schemeClr val="accent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-50" baseline="0" dirty="0" smtClean="0">
                <a:ln w="3175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67" fontAlgn="base">
              <a:spcAft>
                <a:spcPts val="1200"/>
              </a:spcAft>
            </a:pPr>
            <a:endParaRPr lang="en-US" sz="2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35E95D88-BE15-D1B5-3587-4D1C0BE8698A}"/>
              </a:ext>
            </a:extLst>
          </p:cNvPr>
          <p:cNvSpPr txBox="1">
            <a:spLocks/>
          </p:cNvSpPr>
          <p:nvPr userDrawn="1"/>
        </p:nvSpPr>
        <p:spPr>
          <a:xfrm>
            <a:off x="7191497" y="3082027"/>
            <a:ext cx="843286" cy="58326"/>
          </a:xfrm>
          <a:prstGeom prst="roundRect">
            <a:avLst>
              <a:gd name="adj" fmla="val 313091"/>
            </a:avLst>
          </a:prstGeom>
          <a:solidFill>
            <a:schemeClr val="accent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-50" baseline="0" dirty="0" smtClean="0">
                <a:ln w="3175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67" fontAlgn="base">
              <a:spcAft>
                <a:spcPts val="1200"/>
              </a:spcAft>
            </a:pPr>
            <a:endParaRPr lang="en-US" sz="2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Title 3">
            <a:extLst>
              <a:ext uri="{FF2B5EF4-FFF2-40B4-BE49-F238E27FC236}">
                <a16:creationId xmlns:a16="http://schemas.microsoft.com/office/drawing/2014/main" id="{1E9ED040-91EC-F2A0-4756-0C60255EB35D}"/>
              </a:ext>
            </a:extLst>
          </p:cNvPr>
          <p:cNvSpPr txBox="1">
            <a:spLocks/>
          </p:cNvSpPr>
          <p:nvPr userDrawn="1"/>
        </p:nvSpPr>
        <p:spPr>
          <a:xfrm>
            <a:off x="9804175" y="3082027"/>
            <a:ext cx="843286" cy="58326"/>
          </a:xfrm>
          <a:prstGeom prst="roundRect">
            <a:avLst>
              <a:gd name="adj" fmla="val 313091"/>
            </a:avLst>
          </a:prstGeom>
          <a:solidFill>
            <a:schemeClr val="accent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-50" baseline="0" dirty="0" smtClean="0">
                <a:ln w="3175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67" fontAlgn="base">
              <a:spcAft>
                <a:spcPts val="1200"/>
              </a:spcAft>
            </a:pPr>
            <a:endParaRPr lang="en-US" sz="24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74116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6C081ABA-A597-9549-34F5-4F80C3640D4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88963" y="1457138"/>
            <a:ext cx="2651442" cy="2052069"/>
          </a:xfrm>
          <a:custGeom>
            <a:avLst/>
            <a:gdLst>
              <a:gd name="connsiteX0" fmla="*/ 182614 w 2651442"/>
              <a:gd name="connsiteY0" fmla="*/ 0 h 2052069"/>
              <a:gd name="connsiteX1" fmla="*/ 2468828 w 2651442"/>
              <a:gd name="connsiteY1" fmla="*/ 0 h 2052069"/>
              <a:gd name="connsiteX2" fmla="*/ 2651442 w 2651442"/>
              <a:gd name="connsiteY2" fmla="*/ 182614 h 2052069"/>
              <a:gd name="connsiteX3" fmla="*/ 2651442 w 2651442"/>
              <a:gd name="connsiteY3" fmla="*/ 1869455 h 2052069"/>
              <a:gd name="connsiteX4" fmla="*/ 2468828 w 2651442"/>
              <a:gd name="connsiteY4" fmla="*/ 2052069 h 2052069"/>
              <a:gd name="connsiteX5" fmla="*/ 1747364 w 2651442"/>
              <a:gd name="connsiteY5" fmla="*/ 2052069 h 2052069"/>
              <a:gd name="connsiteX6" fmla="*/ 1718201 w 2651442"/>
              <a:gd name="connsiteY6" fmla="*/ 2022906 h 2052069"/>
              <a:gd name="connsiteX7" fmla="*/ 933241 w 2651442"/>
              <a:gd name="connsiteY7" fmla="*/ 2022906 h 2052069"/>
              <a:gd name="connsiteX8" fmla="*/ 904078 w 2651442"/>
              <a:gd name="connsiteY8" fmla="*/ 2052069 h 2052069"/>
              <a:gd name="connsiteX9" fmla="*/ 182614 w 2651442"/>
              <a:gd name="connsiteY9" fmla="*/ 2052069 h 2052069"/>
              <a:gd name="connsiteX10" fmla="*/ 0 w 2651442"/>
              <a:gd name="connsiteY10" fmla="*/ 1869455 h 2052069"/>
              <a:gd name="connsiteX11" fmla="*/ 0 w 2651442"/>
              <a:gd name="connsiteY11" fmla="*/ 182614 h 2052069"/>
              <a:gd name="connsiteX12" fmla="*/ 182614 w 2651442"/>
              <a:gd name="connsiteY12" fmla="*/ 0 h 205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51442" h="2052069">
                <a:moveTo>
                  <a:pt x="182614" y="0"/>
                </a:moveTo>
                <a:lnTo>
                  <a:pt x="2468828" y="0"/>
                </a:lnTo>
                <a:cubicBezTo>
                  <a:pt x="2569683" y="0"/>
                  <a:pt x="2651442" y="81759"/>
                  <a:pt x="2651442" y="182614"/>
                </a:cubicBezTo>
                <a:lnTo>
                  <a:pt x="2651442" y="1869455"/>
                </a:lnTo>
                <a:cubicBezTo>
                  <a:pt x="2651442" y="1970310"/>
                  <a:pt x="2569683" y="2052069"/>
                  <a:pt x="2468828" y="2052069"/>
                </a:cubicBezTo>
                <a:lnTo>
                  <a:pt x="1747364" y="2052069"/>
                </a:lnTo>
                <a:cubicBezTo>
                  <a:pt x="1747364" y="2035963"/>
                  <a:pt x="1734307" y="2022906"/>
                  <a:pt x="1718201" y="2022906"/>
                </a:cubicBezTo>
                <a:lnTo>
                  <a:pt x="933241" y="2022906"/>
                </a:lnTo>
                <a:cubicBezTo>
                  <a:pt x="917135" y="2022906"/>
                  <a:pt x="904078" y="2035963"/>
                  <a:pt x="904078" y="2052069"/>
                </a:cubicBezTo>
                <a:lnTo>
                  <a:pt x="182614" y="2052069"/>
                </a:lnTo>
                <a:cubicBezTo>
                  <a:pt x="81759" y="2052069"/>
                  <a:pt x="0" y="1970310"/>
                  <a:pt x="0" y="1869455"/>
                </a:cubicBezTo>
                <a:lnTo>
                  <a:pt x="0" y="182614"/>
                </a:lnTo>
                <a:cubicBezTo>
                  <a:pt x="0" y="81759"/>
                  <a:pt x="81759" y="0"/>
                  <a:pt x="182614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36" name="Picture 35" descr="A silver shield with text and stars&#10;&#10;AI-generated content may be incorrect.">
            <a:extLst>
              <a:ext uri="{FF2B5EF4-FFF2-40B4-BE49-F238E27FC236}">
                <a16:creationId xmlns:a16="http://schemas.microsoft.com/office/drawing/2014/main" id="{74FF1801-287D-2733-9928-4E90A7D39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3844" t="2514" r="4223" b="5918"/>
          <a:stretch>
            <a:fillRect/>
          </a:stretch>
        </p:blipFill>
        <p:spPr>
          <a:xfrm>
            <a:off x="11385550" y="288925"/>
            <a:ext cx="512761" cy="510720"/>
          </a:xfrm>
          <a:prstGeom prst="rect">
            <a:avLst/>
          </a:prstGeom>
          <a:effectLst/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8AB74D-4A1E-30CF-6252-AA0A6D599481}"/>
              </a:ext>
            </a:extLst>
          </p:cNvPr>
          <p:cNvCxnSpPr/>
          <p:nvPr userDrawn="1"/>
        </p:nvCxnSpPr>
        <p:spPr>
          <a:xfrm>
            <a:off x="6097428" y="3703906"/>
            <a:ext cx="0" cy="2496312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A8FC3A-8535-819D-6A2A-005CD7B82DB8}"/>
              </a:ext>
            </a:extLst>
          </p:cNvPr>
          <p:cNvCxnSpPr/>
          <p:nvPr userDrawn="1"/>
        </p:nvCxnSpPr>
        <p:spPr>
          <a:xfrm>
            <a:off x="8886030" y="3703906"/>
            <a:ext cx="0" cy="2496312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3">
            <a:extLst>
              <a:ext uri="{FF2B5EF4-FFF2-40B4-BE49-F238E27FC236}">
                <a16:creationId xmlns:a16="http://schemas.microsoft.com/office/drawing/2014/main" id="{0395D3DA-E0C0-1D0F-378E-219FE7BE6171}"/>
              </a:ext>
            </a:extLst>
          </p:cNvPr>
          <p:cNvSpPr txBox="1">
            <a:spLocks/>
          </p:cNvSpPr>
          <p:nvPr userDrawn="1"/>
        </p:nvSpPr>
        <p:spPr>
          <a:xfrm>
            <a:off x="4281484" y="3480044"/>
            <a:ext cx="843286" cy="58326"/>
          </a:xfrm>
          <a:prstGeom prst="roundRect">
            <a:avLst>
              <a:gd name="adj" fmla="val 313091"/>
            </a:avLst>
          </a:prstGeom>
          <a:solidFill>
            <a:schemeClr val="accent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-50" baseline="0" dirty="0" smtClean="0">
                <a:ln w="3175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67" fontAlgn="base">
              <a:spcAft>
                <a:spcPts val="1200"/>
              </a:spcAft>
            </a:pPr>
            <a:endParaRPr lang="en-US" sz="2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DC774EE1-0811-3DE7-3075-F46CF3CEB48B}"/>
              </a:ext>
            </a:extLst>
          </p:cNvPr>
          <p:cNvSpPr txBox="1">
            <a:spLocks/>
          </p:cNvSpPr>
          <p:nvPr userDrawn="1"/>
        </p:nvSpPr>
        <p:spPr>
          <a:xfrm>
            <a:off x="7070086" y="3480044"/>
            <a:ext cx="843286" cy="58326"/>
          </a:xfrm>
          <a:prstGeom prst="roundRect">
            <a:avLst>
              <a:gd name="adj" fmla="val 313091"/>
            </a:avLst>
          </a:prstGeom>
          <a:solidFill>
            <a:schemeClr val="accent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-50" baseline="0" dirty="0" smtClean="0">
                <a:ln w="3175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67" fontAlgn="base">
              <a:spcAft>
                <a:spcPts val="1200"/>
              </a:spcAft>
            </a:pPr>
            <a:endParaRPr lang="en-US" sz="2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10A1A648-845E-8F85-C44E-905D4AAB1C92}"/>
              </a:ext>
            </a:extLst>
          </p:cNvPr>
          <p:cNvSpPr txBox="1">
            <a:spLocks/>
          </p:cNvSpPr>
          <p:nvPr userDrawn="1"/>
        </p:nvSpPr>
        <p:spPr>
          <a:xfrm>
            <a:off x="9858689" y="3480044"/>
            <a:ext cx="843286" cy="58326"/>
          </a:xfrm>
          <a:prstGeom prst="roundRect">
            <a:avLst>
              <a:gd name="adj" fmla="val 313091"/>
            </a:avLst>
          </a:prstGeom>
          <a:solidFill>
            <a:schemeClr val="accent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-50" baseline="0" dirty="0" smtClean="0">
                <a:ln w="3175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67" fontAlgn="base">
              <a:spcAft>
                <a:spcPts val="1200"/>
              </a:spcAft>
            </a:pPr>
            <a:endParaRPr lang="en-US" sz="2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Title 3">
            <a:extLst>
              <a:ext uri="{FF2B5EF4-FFF2-40B4-BE49-F238E27FC236}">
                <a16:creationId xmlns:a16="http://schemas.microsoft.com/office/drawing/2014/main" id="{48DDDF4A-FE17-1102-A124-218F87FABE26}"/>
              </a:ext>
            </a:extLst>
          </p:cNvPr>
          <p:cNvSpPr txBox="1">
            <a:spLocks/>
          </p:cNvSpPr>
          <p:nvPr userDrawn="1"/>
        </p:nvSpPr>
        <p:spPr>
          <a:xfrm>
            <a:off x="1493041" y="3480044"/>
            <a:ext cx="843286" cy="58326"/>
          </a:xfrm>
          <a:prstGeom prst="roundRect">
            <a:avLst>
              <a:gd name="adj" fmla="val 313091"/>
            </a:avLst>
          </a:prstGeom>
          <a:solidFill>
            <a:schemeClr val="accent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-50" baseline="0" dirty="0" smtClean="0">
                <a:ln w="3175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67" fontAlgn="base">
              <a:spcAft>
                <a:spcPts val="1200"/>
              </a:spcAft>
            </a:pPr>
            <a:endParaRPr lang="en-US" sz="24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190A52-AF71-7BFE-4108-B88156B2CA21}"/>
              </a:ext>
            </a:extLst>
          </p:cNvPr>
          <p:cNvCxnSpPr/>
          <p:nvPr userDrawn="1"/>
        </p:nvCxnSpPr>
        <p:spPr>
          <a:xfrm>
            <a:off x="3308826" y="3703906"/>
            <a:ext cx="0" cy="2496312"/>
          </a:xfrm>
          <a:prstGeom prst="line">
            <a:avLst/>
          </a:prstGeom>
          <a:ln w="6350" cap="rnd">
            <a:solidFill>
              <a:srgbClr val="3A4953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1D6BF4B2-A0E0-B93E-2319-7092F95188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46522" y="4093717"/>
            <a:ext cx="2313210" cy="2103178"/>
          </a:xfrm>
        </p:spPr>
        <p:txBody>
          <a:bodyPr>
            <a:no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,.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7B35FEB3-BD4C-043B-7CE0-2D7413A8E8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8079" y="4093717"/>
            <a:ext cx="2313210" cy="2103178"/>
          </a:xfrm>
        </p:spPr>
        <p:txBody>
          <a:bodyPr>
            <a:no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,.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738A791-9107-15D1-867C-8383798400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23727" y="4093717"/>
            <a:ext cx="2313210" cy="2103178"/>
          </a:xfrm>
        </p:spPr>
        <p:txBody>
          <a:bodyPr>
            <a:no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,.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BEDEF4E4-3611-CA6F-3F1C-94341F49E3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5124" y="4093717"/>
            <a:ext cx="2313210" cy="2103178"/>
          </a:xfrm>
        </p:spPr>
        <p:txBody>
          <a:bodyPr>
            <a:no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,.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45EB059A-358A-2FFF-2F7F-A0999E7076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079" y="3677544"/>
            <a:ext cx="2313210" cy="276999"/>
          </a:xfrm>
        </p:spPr>
        <p:txBody>
          <a:bodyPr>
            <a:sp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EF5AAB1A-8DDA-1173-61AB-FF7B2149BB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6522" y="3677544"/>
            <a:ext cx="2313210" cy="276999"/>
          </a:xfrm>
        </p:spPr>
        <p:txBody>
          <a:bodyPr>
            <a:sp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040DC17D-500B-3268-EB51-32F3EBCCD3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5124" y="3677544"/>
            <a:ext cx="2313210" cy="276999"/>
          </a:xfrm>
        </p:spPr>
        <p:txBody>
          <a:bodyPr>
            <a:sp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BF6730-D396-1214-46CA-0690745DC9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23727" y="3677544"/>
            <a:ext cx="2313210" cy="276999"/>
          </a:xfrm>
        </p:spPr>
        <p:txBody>
          <a:bodyPr>
            <a:spAutoFit/>
          </a:bodyPr>
          <a:lstStyle>
            <a:lvl1pPr marL="0" indent="0" algn="ctr">
              <a:buSzPct val="100000"/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AD4D7402-B83D-6A0C-30F5-B0C66EFAE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89BB5E4B-ECCB-89F3-38BD-F38184A39D0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54612" y="1457138"/>
            <a:ext cx="2651442" cy="2052069"/>
          </a:xfrm>
          <a:custGeom>
            <a:avLst/>
            <a:gdLst>
              <a:gd name="connsiteX0" fmla="*/ 182614 w 2651442"/>
              <a:gd name="connsiteY0" fmla="*/ 0 h 2052069"/>
              <a:gd name="connsiteX1" fmla="*/ 2468828 w 2651442"/>
              <a:gd name="connsiteY1" fmla="*/ 0 h 2052069"/>
              <a:gd name="connsiteX2" fmla="*/ 2651442 w 2651442"/>
              <a:gd name="connsiteY2" fmla="*/ 182614 h 2052069"/>
              <a:gd name="connsiteX3" fmla="*/ 2651442 w 2651442"/>
              <a:gd name="connsiteY3" fmla="*/ 1869455 h 2052069"/>
              <a:gd name="connsiteX4" fmla="*/ 2468828 w 2651442"/>
              <a:gd name="connsiteY4" fmla="*/ 2052069 h 2052069"/>
              <a:gd name="connsiteX5" fmla="*/ 1747364 w 2651442"/>
              <a:gd name="connsiteY5" fmla="*/ 2052069 h 2052069"/>
              <a:gd name="connsiteX6" fmla="*/ 1718201 w 2651442"/>
              <a:gd name="connsiteY6" fmla="*/ 2022906 h 2052069"/>
              <a:gd name="connsiteX7" fmla="*/ 933241 w 2651442"/>
              <a:gd name="connsiteY7" fmla="*/ 2022906 h 2052069"/>
              <a:gd name="connsiteX8" fmla="*/ 904078 w 2651442"/>
              <a:gd name="connsiteY8" fmla="*/ 2052069 h 2052069"/>
              <a:gd name="connsiteX9" fmla="*/ 182614 w 2651442"/>
              <a:gd name="connsiteY9" fmla="*/ 2052069 h 2052069"/>
              <a:gd name="connsiteX10" fmla="*/ 0 w 2651442"/>
              <a:gd name="connsiteY10" fmla="*/ 1869455 h 2052069"/>
              <a:gd name="connsiteX11" fmla="*/ 0 w 2651442"/>
              <a:gd name="connsiteY11" fmla="*/ 182614 h 2052069"/>
              <a:gd name="connsiteX12" fmla="*/ 182614 w 2651442"/>
              <a:gd name="connsiteY12" fmla="*/ 0 h 205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51442" h="2052069">
                <a:moveTo>
                  <a:pt x="182614" y="0"/>
                </a:moveTo>
                <a:lnTo>
                  <a:pt x="2468828" y="0"/>
                </a:lnTo>
                <a:cubicBezTo>
                  <a:pt x="2569683" y="0"/>
                  <a:pt x="2651442" y="81759"/>
                  <a:pt x="2651442" y="182614"/>
                </a:cubicBezTo>
                <a:lnTo>
                  <a:pt x="2651442" y="1869455"/>
                </a:lnTo>
                <a:cubicBezTo>
                  <a:pt x="2651442" y="1970310"/>
                  <a:pt x="2569683" y="2052069"/>
                  <a:pt x="2468828" y="2052069"/>
                </a:cubicBezTo>
                <a:lnTo>
                  <a:pt x="1747364" y="2052069"/>
                </a:lnTo>
                <a:cubicBezTo>
                  <a:pt x="1747364" y="2035963"/>
                  <a:pt x="1734307" y="2022906"/>
                  <a:pt x="1718201" y="2022906"/>
                </a:cubicBezTo>
                <a:lnTo>
                  <a:pt x="933241" y="2022906"/>
                </a:lnTo>
                <a:cubicBezTo>
                  <a:pt x="917135" y="2022906"/>
                  <a:pt x="904078" y="2035963"/>
                  <a:pt x="904078" y="2052069"/>
                </a:cubicBezTo>
                <a:lnTo>
                  <a:pt x="182614" y="2052069"/>
                </a:lnTo>
                <a:cubicBezTo>
                  <a:pt x="81759" y="2052069"/>
                  <a:pt x="0" y="1970310"/>
                  <a:pt x="0" y="1869455"/>
                </a:cubicBezTo>
                <a:lnTo>
                  <a:pt x="0" y="182614"/>
                </a:lnTo>
                <a:cubicBezTo>
                  <a:pt x="0" y="81759"/>
                  <a:pt x="81759" y="0"/>
                  <a:pt x="182614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29DDA1D4-E2BC-D14D-14FB-E9664C30E8C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66008" y="1457138"/>
            <a:ext cx="2651442" cy="2052069"/>
          </a:xfrm>
          <a:custGeom>
            <a:avLst/>
            <a:gdLst>
              <a:gd name="connsiteX0" fmla="*/ 182614 w 2651442"/>
              <a:gd name="connsiteY0" fmla="*/ 0 h 2052069"/>
              <a:gd name="connsiteX1" fmla="*/ 2468828 w 2651442"/>
              <a:gd name="connsiteY1" fmla="*/ 0 h 2052069"/>
              <a:gd name="connsiteX2" fmla="*/ 2651442 w 2651442"/>
              <a:gd name="connsiteY2" fmla="*/ 182614 h 2052069"/>
              <a:gd name="connsiteX3" fmla="*/ 2651442 w 2651442"/>
              <a:gd name="connsiteY3" fmla="*/ 1869455 h 2052069"/>
              <a:gd name="connsiteX4" fmla="*/ 2468828 w 2651442"/>
              <a:gd name="connsiteY4" fmla="*/ 2052069 h 2052069"/>
              <a:gd name="connsiteX5" fmla="*/ 1747364 w 2651442"/>
              <a:gd name="connsiteY5" fmla="*/ 2052069 h 2052069"/>
              <a:gd name="connsiteX6" fmla="*/ 1718201 w 2651442"/>
              <a:gd name="connsiteY6" fmla="*/ 2022906 h 2052069"/>
              <a:gd name="connsiteX7" fmla="*/ 933241 w 2651442"/>
              <a:gd name="connsiteY7" fmla="*/ 2022906 h 2052069"/>
              <a:gd name="connsiteX8" fmla="*/ 904078 w 2651442"/>
              <a:gd name="connsiteY8" fmla="*/ 2052069 h 2052069"/>
              <a:gd name="connsiteX9" fmla="*/ 182614 w 2651442"/>
              <a:gd name="connsiteY9" fmla="*/ 2052069 h 2052069"/>
              <a:gd name="connsiteX10" fmla="*/ 0 w 2651442"/>
              <a:gd name="connsiteY10" fmla="*/ 1869455 h 2052069"/>
              <a:gd name="connsiteX11" fmla="*/ 0 w 2651442"/>
              <a:gd name="connsiteY11" fmla="*/ 182614 h 2052069"/>
              <a:gd name="connsiteX12" fmla="*/ 182614 w 2651442"/>
              <a:gd name="connsiteY12" fmla="*/ 0 h 205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51442" h="2052069">
                <a:moveTo>
                  <a:pt x="182614" y="0"/>
                </a:moveTo>
                <a:lnTo>
                  <a:pt x="2468828" y="0"/>
                </a:lnTo>
                <a:cubicBezTo>
                  <a:pt x="2569683" y="0"/>
                  <a:pt x="2651442" y="81759"/>
                  <a:pt x="2651442" y="182614"/>
                </a:cubicBezTo>
                <a:lnTo>
                  <a:pt x="2651442" y="1869455"/>
                </a:lnTo>
                <a:cubicBezTo>
                  <a:pt x="2651442" y="1970310"/>
                  <a:pt x="2569683" y="2052069"/>
                  <a:pt x="2468828" y="2052069"/>
                </a:cubicBezTo>
                <a:lnTo>
                  <a:pt x="1747364" y="2052069"/>
                </a:lnTo>
                <a:cubicBezTo>
                  <a:pt x="1747364" y="2035963"/>
                  <a:pt x="1734307" y="2022906"/>
                  <a:pt x="1718201" y="2022906"/>
                </a:cubicBezTo>
                <a:lnTo>
                  <a:pt x="933241" y="2022906"/>
                </a:lnTo>
                <a:cubicBezTo>
                  <a:pt x="917135" y="2022906"/>
                  <a:pt x="904078" y="2035963"/>
                  <a:pt x="904078" y="2052069"/>
                </a:cubicBezTo>
                <a:lnTo>
                  <a:pt x="182614" y="2052069"/>
                </a:lnTo>
                <a:cubicBezTo>
                  <a:pt x="81759" y="2052069"/>
                  <a:pt x="0" y="1970310"/>
                  <a:pt x="0" y="1869455"/>
                </a:cubicBezTo>
                <a:lnTo>
                  <a:pt x="0" y="182614"/>
                </a:lnTo>
                <a:cubicBezTo>
                  <a:pt x="0" y="81759"/>
                  <a:pt x="81759" y="0"/>
                  <a:pt x="182614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8" name="Picture Placeholder 57">
            <a:extLst>
              <a:ext uri="{FF2B5EF4-FFF2-40B4-BE49-F238E27FC236}">
                <a16:creationId xmlns:a16="http://schemas.microsoft.com/office/drawing/2014/main" id="{3424BFD4-4318-C1DE-F0B1-570927E9E2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77406" y="1457138"/>
            <a:ext cx="2651442" cy="2052069"/>
          </a:xfrm>
          <a:custGeom>
            <a:avLst/>
            <a:gdLst>
              <a:gd name="connsiteX0" fmla="*/ 182614 w 2651442"/>
              <a:gd name="connsiteY0" fmla="*/ 0 h 2052069"/>
              <a:gd name="connsiteX1" fmla="*/ 2468828 w 2651442"/>
              <a:gd name="connsiteY1" fmla="*/ 0 h 2052069"/>
              <a:gd name="connsiteX2" fmla="*/ 2651442 w 2651442"/>
              <a:gd name="connsiteY2" fmla="*/ 182614 h 2052069"/>
              <a:gd name="connsiteX3" fmla="*/ 2651442 w 2651442"/>
              <a:gd name="connsiteY3" fmla="*/ 1869455 h 2052069"/>
              <a:gd name="connsiteX4" fmla="*/ 2468828 w 2651442"/>
              <a:gd name="connsiteY4" fmla="*/ 2052069 h 2052069"/>
              <a:gd name="connsiteX5" fmla="*/ 1747364 w 2651442"/>
              <a:gd name="connsiteY5" fmla="*/ 2052069 h 2052069"/>
              <a:gd name="connsiteX6" fmla="*/ 1718201 w 2651442"/>
              <a:gd name="connsiteY6" fmla="*/ 2022906 h 2052069"/>
              <a:gd name="connsiteX7" fmla="*/ 933241 w 2651442"/>
              <a:gd name="connsiteY7" fmla="*/ 2022906 h 2052069"/>
              <a:gd name="connsiteX8" fmla="*/ 904078 w 2651442"/>
              <a:gd name="connsiteY8" fmla="*/ 2052069 h 2052069"/>
              <a:gd name="connsiteX9" fmla="*/ 182614 w 2651442"/>
              <a:gd name="connsiteY9" fmla="*/ 2052069 h 2052069"/>
              <a:gd name="connsiteX10" fmla="*/ 0 w 2651442"/>
              <a:gd name="connsiteY10" fmla="*/ 1869455 h 2052069"/>
              <a:gd name="connsiteX11" fmla="*/ 0 w 2651442"/>
              <a:gd name="connsiteY11" fmla="*/ 182614 h 2052069"/>
              <a:gd name="connsiteX12" fmla="*/ 182614 w 2651442"/>
              <a:gd name="connsiteY12" fmla="*/ 0 h 205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51442" h="2052069">
                <a:moveTo>
                  <a:pt x="182614" y="0"/>
                </a:moveTo>
                <a:lnTo>
                  <a:pt x="2468828" y="0"/>
                </a:lnTo>
                <a:cubicBezTo>
                  <a:pt x="2569683" y="0"/>
                  <a:pt x="2651442" y="81759"/>
                  <a:pt x="2651442" y="182614"/>
                </a:cubicBezTo>
                <a:lnTo>
                  <a:pt x="2651442" y="1869455"/>
                </a:lnTo>
                <a:cubicBezTo>
                  <a:pt x="2651442" y="1970310"/>
                  <a:pt x="2569683" y="2052069"/>
                  <a:pt x="2468828" y="2052069"/>
                </a:cubicBezTo>
                <a:lnTo>
                  <a:pt x="1747364" y="2052069"/>
                </a:lnTo>
                <a:cubicBezTo>
                  <a:pt x="1747364" y="2035963"/>
                  <a:pt x="1734307" y="2022906"/>
                  <a:pt x="1718201" y="2022906"/>
                </a:cubicBezTo>
                <a:lnTo>
                  <a:pt x="933241" y="2022906"/>
                </a:lnTo>
                <a:cubicBezTo>
                  <a:pt x="917135" y="2022906"/>
                  <a:pt x="904078" y="2035963"/>
                  <a:pt x="904078" y="2052069"/>
                </a:cubicBezTo>
                <a:lnTo>
                  <a:pt x="182614" y="2052069"/>
                </a:lnTo>
                <a:cubicBezTo>
                  <a:pt x="81759" y="2052069"/>
                  <a:pt x="0" y="1970310"/>
                  <a:pt x="0" y="1869455"/>
                </a:cubicBezTo>
                <a:lnTo>
                  <a:pt x="0" y="182614"/>
                </a:lnTo>
                <a:cubicBezTo>
                  <a:pt x="0" y="81759"/>
                  <a:pt x="81759" y="0"/>
                  <a:pt x="182614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603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D2AD6C-62DD-326E-4471-0D7041BF8A5F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12191999" cy="2554514"/>
          </a:xfrm>
          <a:prstGeom prst="rect">
            <a:avLst/>
          </a:pr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cs typeface="Segoe UI" pitchFamily="34" charset="0"/>
            </a:endParaRPr>
          </a:p>
        </p:txBody>
      </p:sp>
      <p:pic>
        <p:nvPicPr>
          <p:cNvPr id="7" name="Picture 6" descr="A silver shield with text and stars&#10;&#10;AI-generated content may be incorrect.">
            <a:extLst>
              <a:ext uri="{FF2B5EF4-FFF2-40B4-BE49-F238E27FC236}">
                <a16:creationId xmlns:a16="http://schemas.microsoft.com/office/drawing/2014/main" id="{0D876B40-D15D-C715-A49D-E4102F02F6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3844" t="2514" r="4223" b="5918"/>
          <a:stretch>
            <a:fillRect/>
          </a:stretch>
        </p:blipFill>
        <p:spPr>
          <a:xfrm>
            <a:off x="11385550" y="288925"/>
            <a:ext cx="512761" cy="510720"/>
          </a:xfrm>
          <a:prstGeom prst="rect">
            <a:avLst/>
          </a:prstGeom>
          <a:effectLst/>
        </p:spPr>
      </p:pic>
      <p:pic>
        <p:nvPicPr>
          <p:cNvPr id="36" name="Picture 35" descr="A silver shield with text and stars&#10;&#10;AI-generated content may be incorrect.">
            <a:extLst>
              <a:ext uri="{FF2B5EF4-FFF2-40B4-BE49-F238E27FC236}">
                <a16:creationId xmlns:a16="http://schemas.microsoft.com/office/drawing/2014/main" id="{74FF1801-287D-2733-9928-4E90A7D39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3844" t="2514" r="4223" b="5918"/>
          <a:stretch>
            <a:fillRect/>
          </a:stretch>
        </p:blipFill>
        <p:spPr>
          <a:xfrm>
            <a:off x="11385550" y="288925"/>
            <a:ext cx="512761" cy="510720"/>
          </a:xfrm>
          <a:prstGeom prst="rect">
            <a:avLst/>
          </a:prstGeom>
          <a:effectLst/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D4D7402-B83D-6A0C-30F5-B0C66EFAE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2" y="457200"/>
            <a:ext cx="5013551" cy="1969770"/>
          </a:xfrm>
        </p:spPr>
        <p:txBody>
          <a:bodyPr anchor="ctr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BF25F7E-90DE-53E5-6AF2-028A9766FEC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51538" y="914399"/>
            <a:ext cx="5651499" cy="5448301"/>
          </a:xfrm>
          <a:prstGeom prst="roundRect">
            <a:avLst>
              <a:gd name="adj" fmla="val 4628"/>
            </a:avLst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FD73285-18EC-21BC-10D1-EA49A3081F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2" y="2843711"/>
            <a:ext cx="5013552" cy="3077766"/>
          </a:xfrm>
        </p:spPr>
        <p:txBody>
          <a:bodyPr>
            <a:noAutofit/>
          </a:bodyPr>
          <a:lstStyle>
            <a:lvl1pPr marL="0" indent="0" algn="l">
              <a:buSzPct val="100000"/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  <a:p>
            <a:pPr lvl="0"/>
            <a:r>
              <a:rPr lang="en-US"/>
              <a:t>Nunc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est. </a:t>
            </a:r>
            <a:r>
              <a:rPr lang="en-US" err="1"/>
              <a:t>Vivamus</a:t>
            </a:r>
            <a:r>
              <a:rPr lang="en-US"/>
              <a:t> a </a:t>
            </a:r>
            <a:r>
              <a:rPr lang="en-US" err="1"/>
              <a:t>tellus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25603212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ground">
    <p:bg>
      <p:bgPr>
        <a:solidFill>
          <a:srgbClr val="8DC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urple gradient&#10;&#10;AI-generated content may be incorrect.">
            <a:extLst>
              <a:ext uri="{FF2B5EF4-FFF2-40B4-BE49-F238E27FC236}">
                <a16:creationId xmlns:a16="http://schemas.microsoft.com/office/drawing/2014/main" id="{9D34C299-A8B5-1F05-90DB-A9EC230E98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24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losing logo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4C58BD3-CDE2-2472-5B17-4AA60F1F08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3" y="290130"/>
            <a:ext cx="1972133" cy="88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285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logo slide">
    <p:bg>
      <p:bgPr>
        <a:solidFill>
          <a:srgbClr val="8DC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purple gradient&#10;&#10;AI-generated content may be incorrect.">
            <a:extLst>
              <a:ext uri="{FF2B5EF4-FFF2-40B4-BE49-F238E27FC236}">
                <a16:creationId xmlns:a16="http://schemas.microsoft.com/office/drawing/2014/main" id="{62FC192E-09BB-FE87-78D1-A92D398174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E7C4D62F-7870-ABCC-2805-88859CA8EE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3" y="290130"/>
            <a:ext cx="1972133" cy="88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41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208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6123" r:id="rId1"/>
    <p:sldLayoutId id="2147486035" r:id="rId2"/>
    <p:sldLayoutId id="2147486134" r:id="rId3"/>
    <p:sldLayoutId id="2147486135" r:id="rId4"/>
    <p:sldLayoutId id="2147486136" r:id="rId5"/>
    <p:sldLayoutId id="2147486137" r:id="rId6"/>
    <p:sldLayoutId id="2147486138" r:id="rId7"/>
    <p:sldLayoutId id="2147486139" r:id="rId8"/>
    <p:sldLayoutId id="2147486140" r:id="rId9"/>
    <p:sldLayoutId id="2147486141" r:id="rId10"/>
    <p:sldLayoutId id="2147486142" r:id="rId11"/>
    <p:sldLayoutId id="2147486132" r:id="rId12"/>
    <p:sldLayoutId id="2147486133" r:id="rId13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Aptos SemiBold" panose="020B0004020202020204" pitchFamily="34" charset="0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Aptos" panose="020B0004020202020204" pitchFamily="34" charset="0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6FFDE-1E40-ABAF-5F22-C160565EA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40">
            <a:extLst>
              <a:ext uri="{FF2B5EF4-FFF2-40B4-BE49-F238E27FC236}">
                <a16:creationId xmlns:a16="http://schemas.microsoft.com/office/drawing/2014/main" id="{BB02588D-8817-3C9E-6750-F06A7D33A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044005"/>
            <a:ext cx="6540500" cy="2769989"/>
          </a:xfrm>
        </p:spPr>
        <p:txBody>
          <a:bodyPr/>
          <a:lstStyle/>
          <a:p>
            <a:r>
              <a:rPr lang="en-US"/>
              <a:t>Azure Master Architect Program</a:t>
            </a:r>
          </a:p>
        </p:txBody>
      </p:sp>
    </p:spTree>
    <p:extLst>
      <p:ext uri="{BB962C8B-B14F-4D97-AF65-F5344CB8AC3E}">
        <p14:creationId xmlns:p14="http://schemas.microsoft.com/office/powerpoint/2010/main" val="105944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40">
            <a:extLst>
              <a:ext uri="{FF2B5EF4-FFF2-40B4-BE49-F238E27FC236}">
                <a16:creationId xmlns:a16="http://schemas.microsoft.com/office/drawing/2014/main" id="{11C0D73F-560B-74B9-C1C4-65991E9D1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00464D1-667E-4589-E9C9-0520F73721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DEDC1464-BAFB-18FC-0DEE-E7B212015E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4FB1E7C1-A12F-3160-BFB5-70BE5DFAC7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62142" y="2744160"/>
            <a:ext cx="3532372" cy="615553"/>
          </a:xfrm>
        </p:spPr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4001271-D98F-B29E-2737-A05C151D72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77016" y="2744160"/>
            <a:ext cx="3532372" cy="615553"/>
          </a:xfrm>
        </p:spPr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09B2B421-888C-DD70-1C03-2AE1240F10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2142" y="4015813"/>
            <a:ext cx="3532372" cy="615553"/>
          </a:xfrm>
        </p:spPr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DB35EB53-9EAA-721F-85C4-4904F61370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77016" y="4015813"/>
            <a:ext cx="3532372" cy="615553"/>
          </a:xfrm>
        </p:spPr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EDA3BD0A-E130-7221-0363-A355852197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62142" y="5287463"/>
            <a:ext cx="3532372" cy="615553"/>
          </a:xfrm>
        </p:spPr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AB4E40D1-29CF-4FDB-F116-071431197B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77016" y="5287463"/>
            <a:ext cx="3532372" cy="615553"/>
          </a:xfrm>
        </p:spPr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0711047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07E7C-BE29-9FB4-78FE-077272CC7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557E04-E70A-AB47-13C3-4097CB54C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>
            <a:spAutoFit/>
          </a:bodyPr>
          <a:lstStyle/>
          <a:p>
            <a:r>
              <a:rPr lang="en-US"/>
              <a:t>What Success Looks like?/Customer Objectives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372C3F18-2618-E235-9089-AEC5E82A85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13B09F3-BA1D-1730-8671-F784943BEB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95227" y="3436166"/>
            <a:ext cx="3147226" cy="2215991"/>
          </a:xfrm>
        </p:spPr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59F07F1-561A-C74E-1A7B-78BDB52F92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9EA4883A-4A5B-D576-2BAE-A16D0BD63C1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Lorem ipsum 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EA9F7D7F-4636-FCD7-F0C4-FBA90F79CF8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Lorem ipsum 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E406E26-A98C-7DE1-A331-6E1F49E80B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Lorem ipsum </a:t>
            </a:r>
          </a:p>
        </p:txBody>
      </p:sp>
      <p:sp>
        <p:nvSpPr>
          <p:cNvPr id="29" name="Graphic 56">
            <a:extLst>
              <a:ext uri="{FF2B5EF4-FFF2-40B4-BE49-F238E27FC236}">
                <a16:creationId xmlns:a16="http://schemas.microsoft.com/office/drawing/2014/main" id="{8C4C1647-1915-A143-1386-04B59D7CA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942503" y="2209054"/>
            <a:ext cx="423010" cy="380808"/>
          </a:xfrm>
          <a:custGeom>
            <a:avLst/>
            <a:gdLst>
              <a:gd name="connsiteX0" fmla="*/ 121444 w 190546"/>
              <a:gd name="connsiteY0" fmla="*/ 114300 h 171535"/>
              <a:gd name="connsiteX1" fmla="*/ 138113 w 190546"/>
              <a:gd name="connsiteY1" fmla="*/ 130969 h 171535"/>
              <a:gd name="connsiteX2" fmla="*/ 138103 w 190546"/>
              <a:gd name="connsiteY2" fmla="*/ 140132 h 171535"/>
              <a:gd name="connsiteX3" fmla="*/ 95888 w 190546"/>
              <a:gd name="connsiteY3" fmla="*/ 171536 h 171535"/>
              <a:gd name="connsiteX4" fmla="*/ 52388 w 190546"/>
              <a:gd name="connsiteY4" fmla="*/ 140494 h 171535"/>
              <a:gd name="connsiteX5" fmla="*/ 52388 w 190546"/>
              <a:gd name="connsiteY5" fmla="*/ 130969 h 171535"/>
              <a:gd name="connsiteX6" fmla="*/ 69056 w 190546"/>
              <a:gd name="connsiteY6" fmla="*/ 114300 h 171535"/>
              <a:gd name="connsiteX7" fmla="*/ 121444 w 190546"/>
              <a:gd name="connsiteY7" fmla="*/ 114300 h 171535"/>
              <a:gd name="connsiteX8" fmla="*/ 16669 w 190546"/>
              <a:gd name="connsiteY8" fmla="*/ 66675 h 171535"/>
              <a:gd name="connsiteX9" fmla="*/ 58350 w 190546"/>
              <a:gd name="connsiteY9" fmla="*/ 66675 h 171535"/>
              <a:gd name="connsiteX10" fmla="*/ 68513 w 190546"/>
              <a:gd name="connsiteY10" fmla="*/ 103346 h 171535"/>
              <a:gd name="connsiteX11" fmla="*/ 70056 w 190546"/>
              <a:gd name="connsiteY11" fmla="*/ 104785 h 171535"/>
              <a:gd name="connsiteX12" fmla="*/ 69056 w 190546"/>
              <a:gd name="connsiteY12" fmla="*/ 104775 h 171535"/>
              <a:gd name="connsiteX13" fmla="*/ 43825 w 190546"/>
              <a:gd name="connsiteY13" fmla="*/ 123901 h 171535"/>
              <a:gd name="connsiteX14" fmla="*/ 43501 w 190546"/>
              <a:gd name="connsiteY14" fmla="*/ 123911 h 171535"/>
              <a:gd name="connsiteX15" fmla="*/ 0 w 190546"/>
              <a:gd name="connsiteY15" fmla="*/ 92869 h 171535"/>
              <a:gd name="connsiteX16" fmla="*/ 0 w 190546"/>
              <a:gd name="connsiteY16" fmla="*/ 83344 h 171535"/>
              <a:gd name="connsiteX17" fmla="*/ 16669 w 190546"/>
              <a:gd name="connsiteY17" fmla="*/ 66675 h 171535"/>
              <a:gd name="connsiteX18" fmla="*/ 173831 w 190546"/>
              <a:gd name="connsiteY18" fmla="*/ 66675 h 171535"/>
              <a:gd name="connsiteX19" fmla="*/ 190500 w 190546"/>
              <a:gd name="connsiteY19" fmla="*/ 83344 h 171535"/>
              <a:gd name="connsiteX20" fmla="*/ 190490 w 190546"/>
              <a:gd name="connsiteY20" fmla="*/ 92507 h 171535"/>
              <a:gd name="connsiteX21" fmla="*/ 148276 w 190546"/>
              <a:gd name="connsiteY21" fmla="*/ 123911 h 171535"/>
              <a:gd name="connsiteX22" fmla="*/ 146666 w 190546"/>
              <a:gd name="connsiteY22" fmla="*/ 123892 h 171535"/>
              <a:gd name="connsiteX23" fmla="*/ 123320 w 190546"/>
              <a:gd name="connsiteY23" fmla="*/ 104842 h 171535"/>
              <a:gd name="connsiteX24" fmla="*/ 121444 w 190546"/>
              <a:gd name="connsiteY24" fmla="*/ 104775 h 171535"/>
              <a:gd name="connsiteX25" fmla="*/ 120444 w 190546"/>
              <a:gd name="connsiteY25" fmla="*/ 104785 h 171535"/>
              <a:gd name="connsiteX26" fmla="*/ 132150 w 190546"/>
              <a:gd name="connsiteY26" fmla="*/ 66685 h 171535"/>
              <a:gd name="connsiteX27" fmla="*/ 173831 w 190546"/>
              <a:gd name="connsiteY27" fmla="*/ 66675 h 171535"/>
              <a:gd name="connsiteX28" fmla="*/ 95250 w 190546"/>
              <a:gd name="connsiteY28" fmla="*/ 47625 h 171535"/>
              <a:gd name="connsiteX29" fmla="*/ 123825 w 190546"/>
              <a:gd name="connsiteY29" fmla="*/ 76200 h 171535"/>
              <a:gd name="connsiteX30" fmla="*/ 95250 w 190546"/>
              <a:gd name="connsiteY30" fmla="*/ 104775 h 171535"/>
              <a:gd name="connsiteX31" fmla="*/ 66675 w 190546"/>
              <a:gd name="connsiteY31" fmla="*/ 76200 h 171535"/>
              <a:gd name="connsiteX32" fmla="*/ 95250 w 190546"/>
              <a:gd name="connsiteY32" fmla="*/ 47625 h 171535"/>
              <a:gd name="connsiteX33" fmla="*/ 42863 w 190546"/>
              <a:gd name="connsiteY33" fmla="*/ 0 h 171535"/>
              <a:gd name="connsiteX34" fmla="*/ 71438 w 190546"/>
              <a:gd name="connsiteY34" fmla="*/ 28575 h 171535"/>
              <a:gd name="connsiteX35" fmla="*/ 42863 w 190546"/>
              <a:gd name="connsiteY35" fmla="*/ 57150 h 171535"/>
              <a:gd name="connsiteX36" fmla="*/ 14288 w 190546"/>
              <a:gd name="connsiteY36" fmla="*/ 28575 h 171535"/>
              <a:gd name="connsiteX37" fmla="*/ 42863 w 190546"/>
              <a:gd name="connsiteY37" fmla="*/ 0 h 171535"/>
              <a:gd name="connsiteX38" fmla="*/ 147638 w 190546"/>
              <a:gd name="connsiteY38" fmla="*/ 0 h 171535"/>
              <a:gd name="connsiteX39" fmla="*/ 176213 w 190546"/>
              <a:gd name="connsiteY39" fmla="*/ 28575 h 171535"/>
              <a:gd name="connsiteX40" fmla="*/ 147638 w 190546"/>
              <a:gd name="connsiteY40" fmla="*/ 57150 h 171535"/>
              <a:gd name="connsiteX41" fmla="*/ 119063 w 190546"/>
              <a:gd name="connsiteY41" fmla="*/ 28575 h 171535"/>
              <a:gd name="connsiteX42" fmla="*/ 147638 w 190546"/>
              <a:gd name="connsiteY42" fmla="*/ 0 h 17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90546" h="171535">
                <a:moveTo>
                  <a:pt x="121444" y="114300"/>
                </a:moveTo>
                <a:cubicBezTo>
                  <a:pt x="130645" y="114300"/>
                  <a:pt x="138113" y="121768"/>
                  <a:pt x="138113" y="130969"/>
                </a:cubicBezTo>
                <a:lnTo>
                  <a:pt x="138103" y="140132"/>
                </a:lnTo>
                <a:cubicBezTo>
                  <a:pt x="139217" y="160992"/>
                  <a:pt x="123711" y="171536"/>
                  <a:pt x="95888" y="171536"/>
                </a:cubicBezTo>
                <a:cubicBezTo>
                  <a:pt x="68170" y="171536"/>
                  <a:pt x="52388" y="161153"/>
                  <a:pt x="52388" y="140494"/>
                </a:cubicBezTo>
                <a:lnTo>
                  <a:pt x="52388" y="130969"/>
                </a:lnTo>
                <a:cubicBezTo>
                  <a:pt x="52388" y="121768"/>
                  <a:pt x="59855" y="114300"/>
                  <a:pt x="69056" y="114300"/>
                </a:cubicBezTo>
                <a:lnTo>
                  <a:pt x="121444" y="114300"/>
                </a:lnTo>
                <a:close/>
                <a:moveTo>
                  <a:pt x="16669" y="66675"/>
                </a:moveTo>
                <a:lnTo>
                  <a:pt x="58350" y="66675"/>
                </a:lnTo>
                <a:cubicBezTo>
                  <a:pt x="54968" y="79837"/>
                  <a:pt x="58839" y="93803"/>
                  <a:pt x="68513" y="103346"/>
                </a:cubicBezTo>
                <a:lnTo>
                  <a:pt x="70056" y="104785"/>
                </a:lnTo>
                <a:lnTo>
                  <a:pt x="69056" y="104775"/>
                </a:lnTo>
                <a:cubicBezTo>
                  <a:pt x="57308" y="104771"/>
                  <a:pt x="46994" y="112589"/>
                  <a:pt x="43825" y="123901"/>
                </a:cubicBezTo>
                <a:lnTo>
                  <a:pt x="43501" y="123911"/>
                </a:lnTo>
                <a:cubicBezTo>
                  <a:pt x="15783" y="123911"/>
                  <a:pt x="0" y="113528"/>
                  <a:pt x="0" y="92869"/>
                </a:cubicBezTo>
                <a:lnTo>
                  <a:pt x="0" y="83344"/>
                </a:lnTo>
                <a:cubicBezTo>
                  <a:pt x="0" y="74143"/>
                  <a:pt x="7468" y="66675"/>
                  <a:pt x="16669" y="66675"/>
                </a:cubicBezTo>
                <a:close/>
                <a:moveTo>
                  <a:pt x="173831" y="66675"/>
                </a:moveTo>
                <a:cubicBezTo>
                  <a:pt x="183032" y="66675"/>
                  <a:pt x="190500" y="74143"/>
                  <a:pt x="190500" y="83344"/>
                </a:cubicBezTo>
                <a:lnTo>
                  <a:pt x="190490" y="92507"/>
                </a:lnTo>
                <a:cubicBezTo>
                  <a:pt x="191605" y="113367"/>
                  <a:pt x="176098" y="123911"/>
                  <a:pt x="148276" y="123911"/>
                </a:cubicBezTo>
                <a:lnTo>
                  <a:pt x="146666" y="123892"/>
                </a:lnTo>
                <a:cubicBezTo>
                  <a:pt x="143666" y="113263"/>
                  <a:pt x="134335" y="105648"/>
                  <a:pt x="123320" y="104842"/>
                </a:cubicBezTo>
                <a:lnTo>
                  <a:pt x="121444" y="104775"/>
                </a:lnTo>
                <a:lnTo>
                  <a:pt x="120444" y="104785"/>
                </a:lnTo>
                <a:cubicBezTo>
                  <a:pt x="131227" y="95314"/>
                  <a:pt x="135755" y="80576"/>
                  <a:pt x="132150" y="66685"/>
                </a:cubicBezTo>
                <a:lnTo>
                  <a:pt x="173831" y="66675"/>
                </a:lnTo>
                <a:close/>
                <a:moveTo>
                  <a:pt x="95250" y="47625"/>
                </a:moveTo>
                <a:cubicBezTo>
                  <a:pt x="111032" y="47625"/>
                  <a:pt x="123825" y="60419"/>
                  <a:pt x="123825" y="76200"/>
                </a:cubicBezTo>
                <a:cubicBezTo>
                  <a:pt x="123825" y="91982"/>
                  <a:pt x="111032" y="104775"/>
                  <a:pt x="95250" y="104775"/>
                </a:cubicBezTo>
                <a:cubicBezTo>
                  <a:pt x="79468" y="104775"/>
                  <a:pt x="66675" y="91982"/>
                  <a:pt x="66675" y="76200"/>
                </a:cubicBezTo>
                <a:cubicBezTo>
                  <a:pt x="66675" y="60419"/>
                  <a:pt x="79468" y="47625"/>
                  <a:pt x="95250" y="47625"/>
                </a:cubicBezTo>
                <a:close/>
                <a:moveTo>
                  <a:pt x="42863" y="0"/>
                </a:moveTo>
                <a:cubicBezTo>
                  <a:pt x="58644" y="0"/>
                  <a:pt x="71438" y="12794"/>
                  <a:pt x="71438" y="28575"/>
                </a:cubicBezTo>
                <a:cubicBezTo>
                  <a:pt x="71438" y="44356"/>
                  <a:pt x="58644" y="57150"/>
                  <a:pt x="42863" y="57150"/>
                </a:cubicBezTo>
                <a:cubicBezTo>
                  <a:pt x="27081" y="57150"/>
                  <a:pt x="14288" y="44356"/>
                  <a:pt x="14288" y="28575"/>
                </a:cubicBezTo>
                <a:cubicBezTo>
                  <a:pt x="14288" y="12794"/>
                  <a:pt x="27081" y="0"/>
                  <a:pt x="42863" y="0"/>
                </a:cubicBezTo>
                <a:close/>
                <a:moveTo>
                  <a:pt x="147638" y="0"/>
                </a:moveTo>
                <a:cubicBezTo>
                  <a:pt x="163419" y="0"/>
                  <a:pt x="176213" y="12794"/>
                  <a:pt x="176213" y="28575"/>
                </a:cubicBezTo>
                <a:cubicBezTo>
                  <a:pt x="176213" y="44356"/>
                  <a:pt x="163419" y="57150"/>
                  <a:pt x="147638" y="57150"/>
                </a:cubicBezTo>
                <a:cubicBezTo>
                  <a:pt x="131856" y="57150"/>
                  <a:pt x="119063" y="44356"/>
                  <a:pt x="119063" y="28575"/>
                </a:cubicBezTo>
                <a:cubicBezTo>
                  <a:pt x="119063" y="12794"/>
                  <a:pt x="131856" y="0"/>
                  <a:pt x="147638" y="0"/>
                </a:cubicBezTo>
                <a:close/>
              </a:path>
            </a:pathLst>
          </a:cu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33" name="Graphic 56">
            <a:extLst>
              <a:ext uri="{FF2B5EF4-FFF2-40B4-BE49-F238E27FC236}">
                <a16:creationId xmlns:a16="http://schemas.microsoft.com/office/drawing/2014/main" id="{9EFC9AEA-D3CD-0DEC-E6D6-532790A18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615343" y="2209054"/>
            <a:ext cx="423010" cy="380808"/>
          </a:xfrm>
          <a:custGeom>
            <a:avLst/>
            <a:gdLst>
              <a:gd name="connsiteX0" fmla="*/ 121444 w 190546"/>
              <a:gd name="connsiteY0" fmla="*/ 114300 h 171535"/>
              <a:gd name="connsiteX1" fmla="*/ 138113 w 190546"/>
              <a:gd name="connsiteY1" fmla="*/ 130969 h 171535"/>
              <a:gd name="connsiteX2" fmla="*/ 138103 w 190546"/>
              <a:gd name="connsiteY2" fmla="*/ 140132 h 171535"/>
              <a:gd name="connsiteX3" fmla="*/ 95888 w 190546"/>
              <a:gd name="connsiteY3" fmla="*/ 171536 h 171535"/>
              <a:gd name="connsiteX4" fmla="*/ 52388 w 190546"/>
              <a:gd name="connsiteY4" fmla="*/ 140494 h 171535"/>
              <a:gd name="connsiteX5" fmla="*/ 52388 w 190546"/>
              <a:gd name="connsiteY5" fmla="*/ 130969 h 171535"/>
              <a:gd name="connsiteX6" fmla="*/ 69056 w 190546"/>
              <a:gd name="connsiteY6" fmla="*/ 114300 h 171535"/>
              <a:gd name="connsiteX7" fmla="*/ 121444 w 190546"/>
              <a:gd name="connsiteY7" fmla="*/ 114300 h 171535"/>
              <a:gd name="connsiteX8" fmla="*/ 16669 w 190546"/>
              <a:gd name="connsiteY8" fmla="*/ 66675 h 171535"/>
              <a:gd name="connsiteX9" fmla="*/ 58350 w 190546"/>
              <a:gd name="connsiteY9" fmla="*/ 66675 h 171535"/>
              <a:gd name="connsiteX10" fmla="*/ 68513 w 190546"/>
              <a:gd name="connsiteY10" fmla="*/ 103346 h 171535"/>
              <a:gd name="connsiteX11" fmla="*/ 70056 w 190546"/>
              <a:gd name="connsiteY11" fmla="*/ 104785 h 171535"/>
              <a:gd name="connsiteX12" fmla="*/ 69056 w 190546"/>
              <a:gd name="connsiteY12" fmla="*/ 104775 h 171535"/>
              <a:gd name="connsiteX13" fmla="*/ 43825 w 190546"/>
              <a:gd name="connsiteY13" fmla="*/ 123901 h 171535"/>
              <a:gd name="connsiteX14" fmla="*/ 43501 w 190546"/>
              <a:gd name="connsiteY14" fmla="*/ 123911 h 171535"/>
              <a:gd name="connsiteX15" fmla="*/ 0 w 190546"/>
              <a:gd name="connsiteY15" fmla="*/ 92869 h 171535"/>
              <a:gd name="connsiteX16" fmla="*/ 0 w 190546"/>
              <a:gd name="connsiteY16" fmla="*/ 83344 h 171535"/>
              <a:gd name="connsiteX17" fmla="*/ 16669 w 190546"/>
              <a:gd name="connsiteY17" fmla="*/ 66675 h 171535"/>
              <a:gd name="connsiteX18" fmla="*/ 173831 w 190546"/>
              <a:gd name="connsiteY18" fmla="*/ 66675 h 171535"/>
              <a:gd name="connsiteX19" fmla="*/ 190500 w 190546"/>
              <a:gd name="connsiteY19" fmla="*/ 83344 h 171535"/>
              <a:gd name="connsiteX20" fmla="*/ 190490 w 190546"/>
              <a:gd name="connsiteY20" fmla="*/ 92507 h 171535"/>
              <a:gd name="connsiteX21" fmla="*/ 148276 w 190546"/>
              <a:gd name="connsiteY21" fmla="*/ 123911 h 171535"/>
              <a:gd name="connsiteX22" fmla="*/ 146666 w 190546"/>
              <a:gd name="connsiteY22" fmla="*/ 123892 h 171535"/>
              <a:gd name="connsiteX23" fmla="*/ 123320 w 190546"/>
              <a:gd name="connsiteY23" fmla="*/ 104842 h 171535"/>
              <a:gd name="connsiteX24" fmla="*/ 121444 w 190546"/>
              <a:gd name="connsiteY24" fmla="*/ 104775 h 171535"/>
              <a:gd name="connsiteX25" fmla="*/ 120444 w 190546"/>
              <a:gd name="connsiteY25" fmla="*/ 104785 h 171535"/>
              <a:gd name="connsiteX26" fmla="*/ 132150 w 190546"/>
              <a:gd name="connsiteY26" fmla="*/ 66685 h 171535"/>
              <a:gd name="connsiteX27" fmla="*/ 173831 w 190546"/>
              <a:gd name="connsiteY27" fmla="*/ 66675 h 171535"/>
              <a:gd name="connsiteX28" fmla="*/ 95250 w 190546"/>
              <a:gd name="connsiteY28" fmla="*/ 47625 h 171535"/>
              <a:gd name="connsiteX29" fmla="*/ 123825 w 190546"/>
              <a:gd name="connsiteY29" fmla="*/ 76200 h 171535"/>
              <a:gd name="connsiteX30" fmla="*/ 95250 w 190546"/>
              <a:gd name="connsiteY30" fmla="*/ 104775 h 171535"/>
              <a:gd name="connsiteX31" fmla="*/ 66675 w 190546"/>
              <a:gd name="connsiteY31" fmla="*/ 76200 h 171535"/>
              <a:gd name="connsiteX32" fmla="*/ 95250 w 190546"/>
              <a:gd name="connsiteY32" fmla="*/ 47625 h 171535"/>
              <a:gd name="connsiteX33" fmla="*/ 42863 w 190546"/>
              <a:gd name="connsiteY33" fmla="*/ 0 h 171535"/>
              <a:gd name="connsiteX34" fmla="*/ 71438 w 190546"/>
              <a:gd name="connsiteY34" fmla="*/ 28575 h 171535"/>
              <a:gd name="connsiteX35" fmla="*/ 42863 w 190546"/>
              <a:gd name="connsiteY35" fmla="*/ 57150 h 171535"/>
              <a:gd name="connsiteX36" fmla="*/ 14288 w 190546"/>
              <a:gd name="connsiteY36" fmla="*/ 28575 h 171535"/>
              <a:gd name="connsiteX37" fmla="*/ 42863 w 190546"/>
              <a:gd name="connsiteY37" fmla="*/ 0 h 171535"/>
              <a:gd name="connsiteX38" fmla="*/ 147638 w 190546"/>
              <a:gd name="connsiteY38" fmla="*/ 0 h 171535"/>
              <a:gd name="connsiteX39" fmla="*/ 176213 w 190546"/>
              <a:gd name="connsiteY39" fmla="*/ 28575 h 171535"/>
              <a:gd name="connsiteX40" fmla="*/ 147638 w 190546"/>
              <a:gd name="connsiteY40" fmla="*/ 57150 h 171535"/>
              <a:gd name="connsiteX41" fmla="*/ 119063 w 190546"/>
              <a:gd name="connsiteY41" fmla="*/ 28575 h 171535"/>
              <a:gd name="connsiteX42" fmla="*/ 147638 w 190546"/>
              <a:gd name="connsiteY42" fmla="*/ 0 h 17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90546" h="171535">
                <a:moveTo>
                  <a:pt x="121444" y="114300"/>
                </a:moveTo>
                <a:cubicBezTo>
                  <a:pt x="130645" y="114300"/>
                  <a:pt x="138113" y="121768"/>
                  <a:pt x="138113" y="130969"/>
                </a:cubicBezTo>
                <a:lnTo>
                  <a:pt x="138103" y="140132"/>
                </a:lnTo>
                <a:cubicBezTo>
                  <a:pt x="139217" y="160992"/>
                  <a:pt x="123711" y="171536"/>
                  <a:pt x="95888" y="171536"/>
                </a:cubicBezTo>
                <a:cubicBezTo>
                  <a:pt x="68170" y="171536"/>
                  <a:pt x="52388" y="161153"/>
                  <a:pt x="52388" y="140494"/>
                </a:cubicBezTo>
                <a:lnTo>
                  <a:pt x="52388" y="130969"/>
                </a:lnTo>
                <a:cubicBezTo>
                  <a:pt x="52388" y="121768"/>
                  <a:pt x="59855" y="114300"/>
                  <a:pt x="69056" y="114300"/>
                </a:cubicBezTo>
                <a:lnTo>
                  <a:pt x="121444" y="114300"/>
                </a:lnTo>
                <a:close/>
                <a:moveTo>
                  <a:pt x="16669" y="66675"/>
                </a:moveTo>
                <a:lnTo>
                  <a:pt x="58350" y="66675"/>
                </a:lnTo>
                <a:cubicBezTo>
                  <a:pt x="54968" y="79837"/>
                  <a:pt x="58839" y="93803"/>
                  <a:pt x="68513" y="103346"/>
                </a:cubicBezTo>
                <a:lnTo>
                  <a:pt x="70056" y="104785"/>
                </a:lnTo>
                <a:lnTo>
                  <a:pt x="69056" y="104775"/>
                </a:lnTo>
                <a:cubicBezTo>
                  <a:pt x="57308" y="104771"/>
                  <a:pt x="46994" y="112589"/>
                  <a:pt x="43825" y="123901"/>
                </a:cubicBezTo>
                <a:lnTo>
                  <a:pt x="43501" y="123911"/>
                </a:lnTo>
                <a:cubicBezTo>
                  <a:pt x="15783" y="123911"/>
                  <a:pt x="0" y="113528"/>
                  <a:pt x="0" y="92869"/>
                </a:cubicBezTo>
                <a:lnTo>
                  <a:pt x="0" y="83344"/>
                </a:lnTo>
                <a:cubicBezTo>
                  <a:pt x="0" y="74143"/>
                  <a:pt x="7468" y="66675"/>
                  <a:pt x="16669" y="66675"/>
                </a:cubicBezTo>
                <a:close/>
                <a:moveTo>
                  <a:pt x="173831" y="66675"/>
                </a:moveTo>
                <a:cubicBezTo>
                  <a:pt x="183032" y="66675"/>
                  <a:pt x="190500" y="74143"/>
                  <a:pt x="190500" y="83344"/>
                </a:cubicBezTo>
                <a:lnTo>
                  <a:pt x="190490" y="92507"/>
                </a:lnTo>
                <a:cubicBezTo>
                  <a:pt x="191605" y="113367"/>
                  <a:pt x="176098" y="123911"/>
                  <a:pt x="148276" y="123911"/>
                </a:cubicBezTo>
                <a:lnTo>
                  <a:pt x="146666" y="123892"/>
                </a:lnTo>
                <a:cubicBezTo>
                  <a:pt x="143666" y="113263"/>
                  <a:pt x="134335" y="105648"/>
                  <a:pt x="123320" y="104842"/>
                </a:cubicBezTo>
                <a:lnTo>
                  <a:pt x="121444" y="104775"/>
                </a:lnTo>
                <a:lnTo>
                  <a:pt x="120444" y="104785"/>
                </a:lnTo>
                <a:cubicBezTo>
                  <a:pt x="131227" y="95314"/>
                  <a:pt x="135755" y="80576"/>
                  <a:pt x="132150" y="66685"/>
                </a:cubicBezTo>
                <a:lnTo>
                  <a:pt x="173831" y="66675"/>
                </a:lnTo>
                <a:close/>
                <a:moveTo>
                  <a:pt x="95250" y="47625"/>
                </a:moveTo>
                <a:cubicBezTo>
                  <a:pt x="111032" y="47625"/>
                  <a:pt x="123825" y="60419"/>
                  <a:pt x="123825" y="76200"/>
                </a:cubicBezTo>
                <a:cubicBezTo>
                  <a:pt x="123825" y="91982"/>
                  <a:pt x="111032" y="104775"/>
                  <a:pt x="95250" y="104775"/>
                </a:cubicBezTo>
                <a:cubicBezTo>
                  <a:pt x="79468" y="104775"/>
                  <a:pt x="66675" y="91982"/>
                  <a:pt x="66675" y="76200"/>
                </a:cubicBezTo>
                <a:cubicBezTo>
                  <a:pt x="66675" y="60419"/>
                  <a:pt x="79468" y="47625"/>
                  <a:pt x="95250" y="47625"/>
                </a:cubicBezTo>
                <a:close/>
                <a:moveTo>
                  <a:pt x="42863" y="0"/>
                </a:moveTo>
                <a:cubicBezTo>
                  <a:pt x="58644" y="0"/>
                  <a:pt x="71438" y="12794"/>
                  <a:pt x="71438" y="28575"/>
                </a:cubicBezTo>
                <a:cubicBezTo>
                  <a:pt x="71438" y="44356"/>
                  <a:pt x="58644" y="57150"/>
                  <a:pt x="42863" y="57150"/>
                </a:cubicBezTo>
                <a:cubicBezTo>
                  <a:pt x="27081" y="57150"/>
                  <a:pt x="14288" y="44356"/>
                  <a:pt x="14288" y="28575"/>
                </a:cubicBezTo>
                <a:cubicBezTo>
                  <a:pt x="14288" y="12794"/>
                  <a:pt x="27081" y="0"/>
                  <a:pt x="42863" y="0"/>
                </a:cubicBezTo>
                <a:close/>
                <a:moveTo>
                  <a:pt x="147638" y="0"/>
                </a:moveTo>
                <a:cubicBezTo>
                  <a:pt x="163419" y="0"/>
                  <a:pt x="176213" y="12794"/>
                  <a:pt x="176213" y="28575"/>
                </a:cubicBezTo>
                <a:cubicBezTo>
                  <a:pt x="176213" y="44356"/>
                  <a:pt x="163419" y="57150"/>
                  <a:pt x="147638" y="57150"/>
                </a:cubicBezTo>
                <a:cubicBezTo>
                  <a:pt x="131856" y="57150"/>
                  <a:pt x="119063" y="44356"/>
                  <a:pt x="119063" y="28575"/>
                </a:cubicBezTo>
                <a:cubicBezTo>
                  <a:pt x="119063" y="12794"/>
                  <a:pt x="131856" y="0"/>
                  <a:pt x="147638" y="0"/>
                </a:cubicBezTo>
                <a:close/>
              </a:path>
            </a:pathLst>
          </a:cu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36" name="Graphic 56">
            <a:extLst>
              <a:ext uri="{FF2B5EF4-FFF2-40B4-BE49-F238E27FC236}">
                <a16:creationId xmlns:a16="http://schemas.microsoft.com/office/drawing/2014/main" id="{1CFC96E4-41F5-B32D-A3B9-D0FE1EA18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288183" y="2209054"/>
            <a:ext cx="423010" cy="380808"/>
          </a:xfrm>
          <a:custGeom>
            <a:avLst/>
            <a:gdLst>
              <a:gd name="connsiteX0" fmla="*/ 121444 w 190546"/>
              <a:gd name="connsiteY0" fmla="*/ 114300 h 171535"/>
              <a:gd name="connsiteX1" fmla="*/ 138113 w 190546"/>
              <a:gd name="connsiteY1" fmla="*/ 130969 h 171535"/>
              <a:gd name="connsiteX2" fmla="*/ 138103 w 190546"/>
              <a:gd name="connsiteY2" fmla="*/ 140132 h 171535"/>
              <a:gd name="connsiteX3" fmla="*/ 95888 w 190546"/>
              <a:gd name="connsiteY3" fmla="*/ 171536 h 171535"/>
              <a:gd name="connsiteX4" fmla="*/ 52388 w 190546"/>
              <a:gd name="connsiteY4" fmla="*/ 140494 h 171535"/>
              <a:gd name="connsiteX5" fmla="*/ 52388 w 190546"/>
              <a:gd name="connsiteY5" fmla="*/ 130969 h 171535"/>
              <a:gd name="connsiteX6" fmla="*/ 69056 w 190546"/>
              <a:gd name="connsiteY6" fmla="*/ 114300 h 171535"/>
              <a:gd name="connsiteX7" fmla="*/ 121444 w 190546"/>
              <a:gd name="connsiteY7" fmla="*/ 114300 h 171535"/>
              <a:gd name="connsiteX8" fmla="*/ 16669 w 190546"/>
              <a:gd name="connsiteY8" fmla="*/ 66675 h 171535"/>
              <a:gd name="connsiteX9" fmla="*/ 58350 w 190546"/>
              <a:gd name="connsiteY9" fmla="*/ 66675 h 171535"/>
              <a:gd name="connsiteX10" fmla="*/ 68513 w 190546"/>
              <a:gd name="connsiteY10" fmla="*/ 103346 h 171535"/>
              <a:gd name="connsiteX11" fmla="*/ 70056 w 190546"/>
              <a:gd name="connsiteY11" fmla="*/ 104785 h 171535"/>
              <a:gd name="connsiteX12" fmla="*/ 69056 w 190546"/>
              <a:gd name="connsiteY12" fmla="*/ 104775 h 171535"/>
              <a:gd name="connsiteX13" fmla="*/ 43825 w 190546"/>
              <a:gd name="connsiteY13" fmla="*/ 123901 h 171535"/>
              <a:gd name="connsiteX14" fmla="*/ 43501 w 190546"/>
              <a:gd name="connsiteY14" fmla="*/ 123911 h 171535"/>
              <a:gd name="connsiteX15" fmla="*/ 0 w 190546"/>
              <a:gd name="connsiteY15" fmla="*/ 92869 h 171535"/>
              <a:gd name="connsiteX16" fmla="*/ 0 w 190546"/>
              <a:gd name="connsiteY16" fmla="*/ 83344 h 171535"/>
              <a:gd name="connsiteX17" fmla="*/ 16669 w 190546"/>
              <a:gd name="connsiteY17" fmla="*/ 66675 h 171535"/>
              <a:gd name="connsiteX18" fmla="*/ 173831 w 190546"/>
              <a:gd name="connsiteY18" fmla="*/ 66675 h 171535"/>
              <a:gd name="connsiteX19" fmla="*/ 190500 w 190546"/>
              <a:gd name="connsiteY19" fmla="*/ 83344 h 171535"/>
              <a:gd name="connsiteX20" fmla="*/ 190490 w 190546"/>
              <a:gd name="connsiteY20" fmla="*/ 92507 h 171535"/>
              <a:gd name="connsiteX21" fmla="*/ 148276 w 190546"/>
              <a:gd name="connsiteY21" fmla="*/ 123911 h 171535"/>
              <a:gd name="connsiteX22" fmla="*/ 146666 w 190546"/>
              <a:gd name="connsiteY22" fmla="*/ 123892 h 171535"/>
              <a:gd name="connsiteX23" fmla="*/ 123320 w 190546"/>
              <a:gd name="connsiteY23" fmla="*/ 104842 h 171535"/>
              <a:gd name="connsiteX24" fmla="*/ 121444 w 190546"/>
              <a:gd name="connsiteY24" fmla="*/ 104775 h 171535"/>
              <a:gd name="connsiteX25" fmla="*/ 120444 w 190546"/>
              <a:gd name="connsiteY25" fmla="*/ 104785 h 171535"/>
              <a:gd name="connsiteX26" fmla="*/ 132150 w 190546"/>
              <a:gd name="connsiteY26" fmla="*/ 66685 h 171535"/>
              <a:gd name="connsiteX27" fmla="*/ 173831 w 190546"/>
              <a:gd name="connsiteY27" fmla="*/ 66675 h 171535"/>
              <a:gd name="connsiteX28" fmla="*/ 95250 w 190546"/>
              <a:gd name="connsiteY28" fmla="*/ 47625 h 171535"/>
              <a:gd name="connsiteX29" fmla="*/ 123825 w 190546"/>
              <a:gd name="connsiteY29" fmla="*/ 76200 h 171535"/>
              <a:gd name="connsiteX30" fmla="*/ 95250 w 190546"/>
              <a:gd name="connsiteY30" fmla="*/ 104775 h 171535"/>
              <a:gd name="connsiteX31" fmla="*/ 66675 w 190546"/>
              <a:gd name="connsiteY31" fmla="*/ 76200 h 171535"/>
              <a:gd name="connsiteX32" fmla="*/ 95250 w 190546"/>
              <a:gd name="connsiteY32" fmla="*/ 47625 h 171535"/>
              <a:gd name="connsiteX33" fmla="*/ 42863 w 190546"/>
              <a:gd name="connsiteY33" fmla="*/ 0 h 171535"/>
              <a:gd name="connsiteX34" fmla="*/ 71438 w 190546"/>
              <a:gd name="connsiteY34" fmla="*/ 28575 h 171535"/>
              <a:gd name="connsiteX35" fmla="*/ 42863 w 190546"/>
              <a:gd name="connsiteY35" fmla="*/ 57150 h 171535"/>
              <a:gd name="connsiteX36" fmla="*/ 14288 w 190546"/>
              <a:gd name="connsiteY36" fmla="*/ 28575 h 171535"/>
              <a:gd name="connsiteX37" fmla="*/ 42863 w 190546"/>
              <a:gd name="connsiteY37" fmla="*/ 0 h 171535"/>
              <a:gd name="connsiteX38" fmla="*/ 147638 w 190546"/>
              <a:gd name="connsiteY38" fmla="*/ 0 h 171535"/>
              <a:gd name="connsiteX39" fmla="*/ 176213 w 190546"/>
              <a:gd name="connsiteY39" fmla="*/ 28575 h 171535"/>
              <a:gd name="connsiteX40" fmla="*/ 147638 w 190546"/>
              <a:gd name="connsiteY40" fmla="*/ 57150 h 171535"/>
              <a:gd name="connsiteX41" fmla="*/ 119063 w 190546"/>
              <a:gd name="connsiteY41" fmla="*/ 28575 h 171535"/>
              <a:gd name="connsiteX42" fmla="*/ 147638 w 190546"/>
              <a:gd name="connsiteY42" fmla="*/ 0 h 17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90546" h="171535">
                <a:moveTo>
                  <a:pt x="121444" y="114300"/>
                </a:moveTo>
                <a:cubicBezTo>
                  <a:pt x="130645" y="114300"/>
                  <a:pt x="138113" y="121768"/>
                  <a:pt x="138113" y="130969"/>
                </a:cubicBezTo>
                <a:lnTo>
                  <a:pt x="138103" y="140132"/>
                </a:lnTo>
                <a:cubicBezTo>
                  <a:pt x="139217" y="160992"/>
                  <a:pt x="123711" y="171536"/>
                  <a:pt x="95888" y="171536"/>
                </a:cubicBezTo>
                <a:cubicBezTo>
                  <a:pt x="68170" y="171536"/>
                  <a:pt x="52388" y="161153"/>
                  <a:pt x="52388" y="140494"/>
                </a:cubicBezTo>
                <a:lnTo>
                  <a:pt x="52388" y="130969"/>
                </a:lnTo>
                <a:cubicBezTo>
                  <a:pt x="52388" y="121768"/>
                  <a:pt x="59855" y="114300"/>
                  <a:pt x="69056" y="114300"/>
                </a:cubicBezTo>
                <a:lnTo>
                  <a:pt x="121444" y="114300"/>
                </a:lnTo>
                <a:close/>
                <a:moveTo>
                  <a:pt x="16669" y="66675"/>
                </a:moveTo>
                <a:lnTo>
                  <a:pt x="58350" y="66675"/>
                </a:lnTo>
                <a:cubicBezTo>
                  <a:pt x="54968" y="79837"/>
                  <a:pt x="58839" y="93803"/>
                  <a:pt x="68513" y="103346"/>
                </a:cubicBezTo>
                <a:lnTo>
                  <a:pt x="70056" y="104785"/>
                </a:lnTo>
                <a:lnTo>
                  <a:pt x="69056" y="104775"/>
                </a:lnTo>
                <a:cubicBezTo>
                  <a:pt x="57308" y="104771"/>
                  <a:pt x="46994" y="112589"/>
                  <a:pt x="43825" y="123901"/>
                </a:cubicBezTo>
                <a:lnTo>
                  <a:pt x="43501" y="123911"/>
                </a:lnTo>
                <a:cubicBezTo>
                  <a:pt x="15783" y="123911"/>
                  <a:pt x="0" y="113528"/>
                  <a:pt x="0" y="92869"/>
                </a:cubicBezTo>
                <a:lnTo>
                  <a:pt x="0" y="83344"/>
                </a:lnTo>
                <a:cubicBezTo>
                  <a:pt x="0" y="74143"/>
                  <a:pt x="7468" y="66675"/>
                  <a:pt x="16669" y="66675"/>
                </a:cubicBezTo>
                <a:close/>
                <a:moveTo>
                  <a:pt x="173831" y="66675"/>
                </a:moveTo>
                <a:cubicBezTo>
                  <a:pt x="183032" y="66675"/>
                  <a:pt x="190500" y="74143"/>
                  <a:pt x="190500" y="83344"/>
                </a:cubicBezTo>
                <a:lnTo>
                  <a:pt x="190490" y="92507"/>
                </a:lnTo>
                <a:cubicBezTo>
                  <a:pt x="191605" y="113367"/>
                  <a:pt x="176098" y="123911"/>
                  <a:pt x="148276" y="123911"/>
                </a:cubicBezTo>
                <a:lnTo>
                  <a:pt x="146666" y="123892"/>
                </a:lnTo>
                <a:cubicBezTo>
                  <a:pt x="143666" y="113263"/>
                  <a:pt x="134335" y="105648"/>
                  <a:pt x="123320" y="104842"/>
                </a:cubicBezTo>
                <a:lnTo>
                  <a:pt x="121444" y="104775"/>
                </a:lnTo>
                <a:lnTo>
                  <a:pt x="120444" y="104785"/>
                </a:lnTo>
                <a:cubicBezTo>
                  <a:pt x="131227" y="95314"/>
                  <a:pt x="135755" y="80576"/>
                  <a:pt x="132150" y="66685"/>
                </a:cubicBezTo>
                <a:lnTo>
                  <a:pt x="173831" y="66675"/>
                </a:lnTo>
                <a:close/>
                <a:moveTo>
                  <a:pt x="95250" y="47625"/>
                </a:moveTo>
                <a:cubicBezTo>
                  <a:pt x="111032" y="47625"/>
                  <a:pt x="123825" y="60419"/>
                  <a:pt x="123825" y="76200"/>
                </a:cubicBezTo>
                <a:cubicBezTo>
                  <a:pt x="123825" y="91982"/>
                  <a:pt x="111032" y="104775"/>
                  <a:pt x="95250" y="104775"/>
                </a:cubicBezTo>
                <a:cubicBezTo>
                  <a:pt x="79468" y="104775"/>
                  <a:pt x="66675" y="91982"/>
                  <a:pt x="66675" y="76200"/>
                </a:cubicBezTo>
                <a:cubicBezTo>
                  <a:pt x="66675" y="60419"/>
                  <a:pt x="79468" y="47625"/>
                  <a:pt x="95250" y="47625"/>
                </a:cubicBezTo>
                <a:close/>
                <a:moveTo>
                  <a:pt x="42863" y="0"/>
                </a:moveTo>
                <a:cubicBezTo>
                  <a:pt x="58644" y="0"/>
                  <a:pt x="71438" y="12794"/>
                  <a:pt x="71438" y="28575"/>
                </a:cubicBezTo>
                <a:cubicBezTo>
                  <a:pt x="71438" y="44356"/>
                  <a:pt x="58644" y="57150"/>
                  <a:pt x="42863" y="57150"/>
                </a:cubicBezTo>
                <a:cubicBezTo>
                  <a:pt x="27081" y="57150"/>
                  <a:pt x="14288" y="44356"/>
                  <a:pt x="14288" y="28575"/>
                </a:cubicBezTo>
                <a:cubicBezTo>
                  <a:pt x="14288" y="12794"/>
                  <a:pt x="27081" y="0"/>
                  <a:pt x="42863" y="0"/>
                </a:cubicBezTo>
                <a:close/>
                <a:moveTo>
                  <a:pt x="147638" y="0"/>
                </a:moveTo>
                <a:cubicBezTo>
                  <a:pt x="163419" y="0"/>
                  <a:pt x="176213" y="12794"/>
                  <a:pt x="176213" y="28575"/>
                </a:cubicBezTo>
                <a:cubicBezTo>
                  <a:pt x="176213" y="44356"/>
                  <a:pt x="163419" y="57150"/>
                  <a:pt x="147638" y="57150"/>
                </a:cubicBezTo>
                <a:cubicBezTo>
                  <a:pt x="131856" y="57150"/>
                  <a:pt x="119063" y="44356"/>
                  <a:pt x="119063" y="28575"/>
                </a:cubicBezTo>
                <a:cubicBezTo>
                  <a:pt x="119063" y="12794"/>
                  <a:pt x="131856" y="0"/>
                  <a:pt x="147638" y="0"/>
                </a:cubicBezTo>
                <a:close/>
              </a:path>
            </a:pathLst>
          </a:cu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61528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2C5A7-DAD3-1ECB-4827-F6436CFF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6">
            <a:extLst>
              <a:ext uri="{FF2B5EF4-FFF2-40B4-BE49-F238E27FC236}">
                <a16:creationId xmlns:a16="http://schemas.microsoft.com/office/drawing/2014/main" id="{820B4330-9238-7015-E490-AA0A6B9BF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749391" y="1691547"/>
            <a:ext cx="453257" cy="408038"/>
          </a:xfrm>
          <a:custGeom>
            <a:avLst/>
            <a:gdLst>
              <a:gd name="connsiteX0" fmla="*/ 121444 w 190546"/>
              <a:gd name="connsiteY0" fmla="*/ 114300 h 171535"/>
              <a:gd name="connsiteX1" fmla="*/ 138113 w 190546"/>
              <a:gd name="connsiteY1" fmla="*/ 130969 h 171535"/>
              <a:gd name="connsiteX2" fmla="*/ 138103 w 190546"/>
              <a:gd name="connsiteY2" fmla="*/ 140132 h 171535"/>
              <a:gd name="connsiteX3" fmla="*/ 95888 w 190546"/>
              <a:gd name="connsiteY3" fmla="*/ 171536 h 171535"/>
              <a:gd name="connsiteX4" fmla="*/ 52388 w 190546"/>
              <a:gd name="connsiteY4" fmla="*/ 140494 h 171535"/>
              <a:gd name="connsiteX5" fmla="*/ 52388 w 190546"/>
              <a:gd name="connsiteY5" fmla="*/ 130969 h 171535"/>
              <a:gd name="connsiteX6" fmla="*/ 69056 w 190546"/>
              <a:gd name="connsiteY6" fmla="*/ 114300 h 171535"/>
              <a:gd name="connsiteX7" fmla="*/ 121444 w 190546"/>
              <a:gd name="connsiteY7" fmla="*/ 114300 h 171535"/>
              <a:gd name="connsiteX8" fmla="*/ 16669 w 190546"/>
              <a:gd name="connsiteY8" fmla="*/ 66675 h 171535"/>
              <a:gd name="connsiteX9" fmla="*/ 58350 w 190546"/>
              <a:gd name="connsiteY9" fmla="*/ 66675 h 171535"/>
              <a:gd name="connsiteX10" fmla="*/ 68513 w 190546"/>
              <a:gd name="connsiteY10" fmla="*/ 103346 h 171535"/>
              <a:gd name="connsiteX11" fmla="*/ 70056 w 190546"/>
              <a:gd name="connsiteY11" fmla="*/ 104785 h 171535"/>
              <a:gd name="connsiteX12" fmla="*/ 69056 w 190546"/>
              <a:gd name="connsiteY12" fmla="*/ 104775 h 171535"/>
              <a:gd name="connsiteX13" fmla="*/ 43825 w 190546"/>
              <a:gd name="connsiteY13" fmla="*/ 123901 h 171535"/>
              <a:gd name="connsiteX14" fmla="*/ 43501 w 190546"/>
              <a:gd name="connsiteY14" fmla="*/ 123911 h 171535"/>
              <a:gd name="connsiteX15" fmla="*/ 0 w 190546"/>
              <a:gd name="connsiteY15" fmla="*/ 92869 h 171535"/>
              <a:gd name="connsiteX16" fmla="*/ 0 w 190546"/>
              <a:gd name="connsiteY16" fmla="*/ 83344 h 171535"/>
              <a:gd name="connsiteX17" fmla="*/ 16669 w 190546"/>
              <a:gd name="connsiteY17" fmla="*/ 66675 h 171535"/>
              <a:gd name="connsiteX18" fmla="*/ 173831 w 190546"/>
              <a:gd name="connsiteY18" fmla="*/ 66675 h 171535"/>
              <a:gd name="connsiteX19" fmla="*/ 190500 w 190546"/>
              <a:gd name="connsiteY19" fmla="*/ 83344 h 171535"/>
              <a:gd name="connsiteX20" fmla="*/ 190490 w 190546"/>
              <a:gd name="connsiteY20" fmla="*/ 92507 h 171535"/>
              <a:gd name="connsiteX21" fmla="*/ 148276 w 190546"/>
              <a:gd name="connsiteY21" fmla="*/ 123911 h 171535"/>
              <a:gd name="connsiteX22" fmla="*/ 146666 w 190546"/>
              <a:gd name="connsiteY22" fmla="*/ 123892 h 171535"/>
              <a:gd name="connsiteX23" fmla="*/ 123320 w 190546"/>
              <a:gd name="connsiteY23" fmla="*/ 104842 h 171535"/>
              <a:gd name="connsiteX24" fmla="*/ 121444 w 190546"/>
              <a:gd name="connsiteY24" fmla="*/ 104775 h 171535"/>
              <a:gd name="connsiteX25" fmla="*/ 120444 w 190546"/>
              <a:gd name="connsiteY25" fmla="*/ 104785 h 171535"/>
              <a:gd name="connsiteX26" fmla="*/ 132150 w 190546"/>
              <a:gd name="connsiteY26" fmla="*/ 66685 h 171535"/>
              <a:gd name="connsiteX27" fmla="*/ 173831 w 190546"/>
              <a:gd name="connsiteY27" fmla="*/ 66675 h 171535"/>
              <a:gd name="connsiteX28" fmla="*/ 95250 w 190546"/>
              <a:gd name="connsiteY28" fmla="*/ 47625 h 171535"/>
              <a:gd name="connsiteX29" fmla="*/ 123825 w 190546"/>
              <a:gd name="connsiteY29" fmla="*/ 76200 h 171535"/>
              <a:gd name="connsiteX30" fmla="*/ 95250 w 190546"/>
              <a:gd name="connsiteY30" fmla="*/ 104775 h 171535"/>
              <a:gd name="connsiteX31" fmla="*/ 66675 w 190546"/>
              <a:gd name="connsiteY31" fmla="*/ 76200 h 171535"/>
              <a:gd name="connsiteX32" fmla="*/ 95250 w 190546"/>
              <a:gd name="connsiteY32" fmla="*/ 47625 h 171535"/>
              <a:gd name="connsiteX33" fmla="*/ 42863 w 190546"/>
              <a:gd name="connsiteY33" fmla="*/ 0 h 171535"/>
              <a:gd name="connsiteX34" fmla="*/ 71438 w 190546"/>
              <a:gd name="connsiteY34" fmla="*/ 28575 h 171535"/>
              <a:gd name="connsiteX35" fmla="*/ 42863 w 190546"/>
              <a:gd name="connsiteY35" fmla="*/ 57150 h 171535"/>
              <a:gd name="connsiteX36" fmla="*/ 14288 w 190546"/>
              <a:gd name="connsiteY36" fmla="*/ 28575 h 171535"/>
              <a:gd name="connsiteX37" fmla="*/ 42863 w 190546"/>
              <a:gd name="connsiteY37" fmla="*/ 0 h 171535"/>
              <a:gd name="connsiteX38" fmla="*/ 147638 w 190546"/>
              <a:gd name="connsiteY38" fmla="*/ 0 h 171535"/>
              <a:gd name="connsiteX39" fmla="*/ 176213 w 190546"/>
              <a:gd name="connsiteY39" fmla="*/ 28575 h 171535"/>
              <a:gd name="connsiteX40" fmla="*/ 147638 w 190546"/>
              <a:gd name="connsiteY40" fmla="*/ 57150 h 171535"/>
              <a:gd name="connsiteX41" fmla="*/ 119063 w 190546"/>
              <a:gd name="connsiteY41" fmla="*/ 28575 h 171535"/>
              <a:gd name="connsiteX42" fmla="*/ 147638 w 190546"/>
              <a:gd name="connsiteY42" fmla="*/ 0 h 17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90546" h="171535">
                <a:moveTo>
                  <a:pt x="121444" y="114300"/>
                </a:moveTo>
                <a:cubicBezTo>
                  <a:pt x="130645" y="114300"/>
                  <a:pt x="138113" y="121768"/>
                  <a:pt x="138113" y="130969"/>
                </a:cubicBezTo>
                <a:lnTo>
                  <a:pt x="138103" y="140132"/>
                </a:lnTo>
                <a:cubicBezTo>
                  <a:pt x="139217" y="160992"/>
                  <a:pt x="123711" y="171536"/>
                  <a:pt x="95888" y="171536"/>
                </a:cubicBezTo>
                <a:cubicBezTo>
                  <a:pt x="68170" y="171536"/>
                  <a:pt x="52388" y="161153"/>
                  <a:pt x="52388" y="140494"/>
                </a:cubicBezTo>
                <a:lnTo>
                  <a:pt x="52388" y="130969"/>
                </a:lnTo>
                <a:cubicBezTo>
                  <a:pt x="52388" y="121768"/>
                  <a:pt x="59855" y="114300"/>
                  <a:pt x="69056" y="114300"/>
                </a:cubicBezTo>
                <a:lnTo>
                  <a:pt x="121444" y="114300"/>
                </a:lnTo>
                <a:close/>
                <a:moveTo>
                  <a:pt x="16669" y="66675"/>
                </a:moveTo>
                <a:lnTo>
                  <a:pt x="58350" y="66675"/>
                </a:lnTo>
                <a:cubicBezTo>
                  <a:pt x="54968" y="79837"/>
                  <a:pt x="58839" y="93803"/>
                  <a:pt x="68513" y="103346"/>
                </a:cubicBezTo>
                <a:lnTo>
                  <a:pt x="70056" y="104785"/>
                </a:lnTo>
                <a:lnTo>
                  <a:pt x="69056" y="104775"/>
                </a:lnTo>
                <a:cubicBezTo>
                  <a:pt x="57308" y="104771"/>
                  <a:pt x="46994" y="112589"/>
                  <a:pt x="43825" y="123901"/>
                </a:cubicBezTo>
                <a:lnTo>
                  <a:pt x="43501" y="123911"/>
                </a:lnTo>
                <a:cubicBezTo>
                  <a:pt x="15783" y="123911"/>
                  <a:pt x="0" y="113528"/>
                  <a:pt x="0" y="92869"/>
                </a:cubicBezTo>
                <a:lnTo>
                  <a:pt x="0" y="83344"/>
                </a:lnTo>
                <a:cubicBezTo>
                  <a:pt x="0" y="74143"/>
                  <a:pt x="7468" y="66675"/>
                  <a:pt x="16669" y="66675"/>
                </a:cubicBezTo>
                <a:close/>
                <a:moveTo>
                  <a:pt x="173831" y="66675"/>
                </a:moveTo>
                <a:cubicBezTo>
                  <a:pt x="183032" y="66675"/>
                  <a:pt x="190500" y="74143"/>
                  <a:pt x="190500" y="83344"/>
                </a:cubicBezTo>
                <a:lnTo>
                  <a:pt x="190490" y="92507"/>
                </a:lnTo>
                <a:cubicBezTo>
                  <a:pt x="191605" y="113367"/>
                  <a:pt x="176098" y="123911"/>
                  <a:pt x="148276" y="123911"/>
                </a:cubicBezTo>
                <a:lnTo>
                  <a:pt x="146666" y="123892"/>
                </a:lnTo>
                <a:cubicBezTo>
                  <a:pt x="143666" y="113263"/>
                  <a:pt x="134335" y="105648"/>
                  <a:pt x="123320" y="104842"/>
                </a:cubicBezTo>
                <a:lnTo>
                  <a:pt x="121444" y="104775"/>
                </a:lnTo>
                <a:lnTo>
                  <a:pt x="120444" y="104785"/>
                </a:lnTo>
                <a:cubicBezTo>
                  <a:pt x="131227" y="95314"/>
                  <a:pt x="135755" y="80576"/>
                  <a:pt x="132150" y="66685"/>
                </a:cubicBezTo>
                <a:lnTo>
                  <a:pt x="173831" y="66675"/>
                </a:lnTo>
                <a:close/>
                <a:moveTo>
                  <a:pt x="95250" y="47625"/>
                </a:moveTo>
                <a:cubicBezTo>
                  <a:pt x="111032" y="47625"/>
                  <a:pt x="123825" y="60419"/>
                  <a:pt x="123825" y="76200"/>
                </a:cubicBezTo>
                <a:cubicBezTo>
                  <a:pt x="123825" y="91982"/>
                  <a:pt x="111032" y="104775"/>
                  <a:pt x="95250" y="104775"/>
                </a:cubicBezTo>
                <a:cubicBezTo>
                  <a:pt x="79468" y="104775"/>
                  <a:pt x="66675" y="91982"/>
                  <a:pt x="66675" y="76200"/>
                </a:cubicBezTo>
                <a:cubicBezTo>
                  <a:pt x="66675" y="60419"/>
                  <a:pt x="79468" y="47625"/>
                  <a:pt x="95250" y="47625"/>
                </a:cubicBezTo>
                <a:close/>
                <a:moveTo>
                  <a:pt x="42863" y="0"/>
                </a:moveTo>
                <a:cubicBezTo>
                  <a:pt x="58644" y="0"/>
                  <a:pt x="71438" y="12794"/>
                  <a:pt x="71438" y="28575"/>
                </a:cubicBezTo>
                <a:cubicBezTo>
                  <a:pt x="71438" y="44356"/>
                  <a:pt x="58644" y="57150"/>
                  <a:pt x="42863" y="57150"/>
                </a:cubicBezTo>
                <a:cubicBezTo>
                  <a:pt x="27081" y="57150"/>
                  <a:pt x="14288" y="44356"/>
                  <a:pt x="14288" y="28575"/>
                </a:cubicBezTo>
                <a:cubicBezTo>
                  <a:pt x="14288" y="12794"/>
                  <a:pt x="27081" y="0"/>
                  <a:pt x="42863" y="0"/>
                </a:cubicBezTo>
                <a:close/>
                <a:moveTo>
                  <a:pt x="147638" y="0"/>
                </a:moveTo>
                <a:cubicBezTo>
                  <a:pt x="163419" y="0"/>
                  <a:pt x="176213" y="12794"/>
                  <a:pt x="176213" y="28575"/>
                </a:cubicBezTo>
                <a:cubicBezTo>
                  <a:pt x="176213" y="44356"/>
                  <a:pt x="163419" y="57150"/>
                  <a:pt x="147638" y="57150"/>
                </a:cubicBezTo>
                <a:cubicBezTo>
                  <a:pt x="131856" y="57150"/>
                  <a:pt x="119063" y="44356"/>
                  <a:pt x="119063" y="28575"/>
                </a:cubicBezTo>
                <a:cubicBezTo>
                  <a:pt x="119063" y="12794"/>
                  <a:pt x="131856" y="0"/>
                  <a:pt x="147638" y="0"/>
                </a:cubicBezTo>
                <a:close/>
              </a:path>
            </a:pathLst>
          </a:cu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1C95349F-E0D4-B557-099F-FDA22CB7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get there?/ Solution Details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977D70FB-FA0E-49AB-B4BA-9925C3FC5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Lorem ipsum dolor sit amet,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  <a:p>
            <a:r>
              <a:rPr lang="en-US"/>
              <a:t>Nunc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est. </a:t>
            </a:r>
            <a:r>
              <a:rPr lang="en-US" err="1"/>
              <a:t>Vivamus</a:t>
            </a:r>
            <a:r>
              <a:rPr lang="en-US"/>
              <a:t> a </a:t>
            </a:r>
            <a:r>
              <a:rPr lang="en-US" err="1"/>
              <a:t>tellus</a:t>
            </a:r>
            <a:r>
              <a:rPr lang="en-US"/>
              <a:t>.</a:t>
            </a:r>
          </a:p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206897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0054D-4B2A-2381-925E-7AD7A32BD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75001F-86AC-884E-9513-C08423B8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>
            <a:spAutoFit/>
          </a:bodyPr>
          <a:lstStyle/>
          <a:p>
            <a:r>
              <a:rPr lang="en-US"/>
              <a:t>Solution Details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0DB469E8-FE2E-7172-8DB5-308AD589CA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EC5490E2-26BB-2130-459A-A8E69BEB21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95227" y="3436166"/>
            <a:ext cx="3147226" cy="2215991"/>
          </a:xfrm>
        </p:spPr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A034BE80-108A-7AEA-9E64-E063F7EDC85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9DC1CC22-F1F1-8742-CA62-311A254B1A7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Lorem ipsum 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8CFDD62D-7BD9-0D93-A968-E6844FC78A8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Lorem ipsum 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354AA2C-3AA1-0EF9-D1B7-A17486D5A9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Lorem ipsum </a:t>
            </a:r>
          </a:p>
        </p:txBody>
      </p:sp>
      <p:sp>
        <p:nvSpPr>
          <p:cNvPr id="29" name="Graphic 56">
            <a:extLst>
              <a:ext uri="{FF2B5EF4-FFF2-40B4-BE49-F238E27FC236}">
                <a16:creationId xmlns:a16="http://schemas.microsoft.com/office/drawing/2014/main" id="{50FD48CD-87C5-AC8D-50A5-25E4FB44B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942503" y="2209054"/>
            <a:ext cx="423010" cy="380808"/>
          </a:xfrm>
          <a:custGeom>
            <a:avLst/>
            <a:gdLst>
              <a:gd name="connsiteX0" fmla="*/ 121444 w 190546"/>
              <a:gd name="connsiteY0" fmla="*/ 114300 h 171535"/>
              <a:gd name="connsiteX1" fmla="*/ 138113 w 190546"/>
              <a:gd name="connsiteY1" fmla="*/ 130969 h 171535"/>
              <a:gd name="connsiteX2" fmla="*/ 138103 w 190546"/>
              <a:gd name="connsiteY2" fmla="*/ 140132 h 171535"/>
              <a:gd name="connsiteX3" fmla="*/ 95888 w 190546"/>
              <a:gd name="connsiteY3" fmla="*/ 171536 h 171535"/>
              <a:gd name="connsiteX4" fmla="*/ 52388 w 190546"/>
              <a:gd name="connsiteY4" fmla="*/ 140494 h 171535"/>
              <a:gd name="connsiteX5" fmla="*/ 52388 w 190546"/>
              <a:gd name="connsiteY5" fmla="*/ 130969 h 171535"/>
              <a:gd name="connsiteX6" fmla="*/ 69056 w 190546"/>
              <a:gd name="connsiteY6" fmla="*/ 114300 h 171535"/>
              <a:gd name="connsiteX7" fmla="*/ 121444 w 190546"/>
              <a:gd name="connsiteY7" fmla="*/ 114300 h 171535"/>
              <a:gd name="connsiteX8" fmla="*/ 16669 w 190546"/>
              <a:gd name="connsiteY8" fmla="*/ 66675 h 171535"/>
              <a:gd name="connsiteX9" fmla="*/ 58350 w 190546"/>
              <a:gd name="connsiteY9" fmla="*/ 66675 h 171535"/>
              <a:gd name="connsiteX10" fmla="*/ 68513 w 190546"/>
              <a:gd name="connsiteY10" fmla="*/ 103346 h 171535"/>
              <a:gd name="connsiteX11" fmla="*/ 70056 w 190546"/>
              <a:gd name="connsiteY11" fmla="*/ 104785 h 171535"/>
              <a:gd name="connsiteX12" fmla="*/ 69056 w 190546"/>
              <a:gd name="connsiteY12" fmla="*/ 104775 h 171535"/>
              <a:gd name="connsiteX13" fmla="*/ 43825 w 190546"/>
              <a:gd name="connsiteY13" fmla="*/ 123901 h 171535"/>
              <a:gd name="connsiteX14" fmla="*/ 43501 w 190546"/>
              <a:gd name="connsiteY14" fmla="*/ 123911 h 171535"/>
              <a:gd name="connsiteX15" fmla="*/ 0 w 190546"/>
              <a:gd name="connsiteY15" fmla="*/ 92869 h 171535"/>
              <a:gd name="connsiteX16" fmla="*/ 0 w 190546"/>
              <a:gd name="connsiteY16" fmla="*/ 83344 h 171535"/>
              <a:gd name="connsiteX17" fmla="*/ 16669 w 190546"/>
              <a:gd name="connsiteY17" fmla="*/ 66675 h 171535"/>
              <a:gd name="connsiteX18" fmla="*/ 173831 w 190546"/>
              <a:gd name="connsiteY18" fmla="*/ 66675 h 171535"/>
              <a:gd name="connsiteX19" fmla="*/ 190500 w 190546"/>
              <a:gd name="connsiteY19" fmla="*/ 83344 h 171535"/>
              <a:gd name="connsiteX20" fmla="*/ 190490 w 190546"/>
              <a:gd name="connsiteY20" fmla="*/ 92507 h 171535"/>
              <a:gd name="connsiteX21" fmla="*/ 148276 w 190546"/>
              <a:gd name="connsiteY21" fmla="*/ 123911 h 171535"/>
              <a:gd name="connsiteX22" fmla="*/ 146666 w 190546"/>
              <a:gd name="connsiteY22" fmla="*/ 123892 h 171535"/>
              <a:gd name="connsiteX23" fmla="*/ 123320 w 190546"/>
              <a:gd name="connsiteY23" fmla="*/ 104842 h 171535"/>
              <a:gd name="connsiteX24" fmla="*/ 121444 w 190546"/>
              <a:gd name="connsiteY24" fmla="*/ 104775 h 171535"/>
              <a:gd name="connsiteX25" fmla="*/ 120444 w 190546"/>
              <a:gd name="connsiteY25" fmla="*/ 104785 h 171535"/>
              <a:gd name="connsiteX26" fmla="*/ 132150 w 190546"/>
              <a:gd name="connsiteY26" fmla="*/ 66685 h 171535"/>
              <a:gd name="connsiteX27" fmla="*/ 173831 w 190546"/>
              <a:gd name="connsiteY27" fmla="*/ 66675 h 171535"/>
              <a:gd name="connsiteX28" fmla="*/ 95250 w 190546"/>
              <a:gd name="connsiteY28" fmla="*/ 47625 h 171535"/>
              <a:gd name="connsiteX29" fmla="*/ 123825 w 190546"/>
              <a:gd name="connsiteY29" fmla="*/ 76200 h 171535"/>
              <a:gd name="connsiteX30" fmla="*/ 95250 w 190546"/>
              <a:gd name="connsiteY30" fmla="*/ 104775 h 171535"/>
              <a:gd name="connsiteX31" fmla="*/ 66675 w 190546"/>
              <a:gd name="connsiteY31" fmla="*/ 76200 h 171535"/>
              <a:gd name="connsiteX32" fmla="*/ 95250 w 190546"/>
              <a:gd name="connsiteY32" fmla="*/ 47625 h 171535"/>
              <a:gd name="connsiteX33" fmla="*/ 42863 w 190546"/>
              <a:gd name="connsiteY33" fmla="*/ 0 h 171535"/>
              <a:gd name="connsiteX34" fmla="*/ 71438 w 190546"/>
              <a:gd name="connsiteY34" fmla="*/ 28575 h 171535"/>
              <a:gd name="connsiteX35" fmla="*/ 42863 w 190546"/>
              <a:gd name="connsiteY35" fmla="*/ 57150 h 171535"/>
              <a:gd name="connsiteX36" fmla="*/ 14288 w 190546"/>
              <a:gd name="connsiteY36" fmla="*/ 28575 h 171535"/>
              <a:gd name="connsiteX37" fmla="*/ 42863 w 190546"/>
              <a:gd name="connsiteY37" fmla="*/ 0 h 171535"/>
              <a:gd name="connsiteX38" fmla="*/ 147638 w 190546"/>
              <a:gd name="connsiteY38" fmla="*/ 0 h 171535"/>
              <a:gd name="connsiteX39" fmla="*/ 176213 w 190546"/>
              <a:gd name="connsiteY39" fmla="*/ 28575 h 171535"/>
              <a:gd name="connsiteX40" fmla="*/ 147638 w 190546"/>
              <a:gd name="connsiteY40" fmla="*/ 57150 h 171535"/>
              <a:gd name="connsiteX41" fmla="*/ 119063 w 190546"/>
              <a:gd name="connsiteY41" fmla="*/ 28575 h 171535"/>
              <a:gd name="connsiteX42" fmla="*/ 147638 w 190546"/>
              <a:gd name="connsiteY42" fmla="*/ 0 h 17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90546" h="171535">
                <a:moveTo>
                  <a:pt x="121444" y="114300"/>
                </a:moveTo>
                <a:cubicBezTo>
                  <a:pt x="130645" y="114300"/>
                  <a:pt x="138113" y="121768"/>
                  <a:pt x="138113" y="130969"/>
                </a:cubicBezTo>
                <a:lnTo>
                  <a:pt x="138103" y="140132"/>
                </a:lnTo>
                <a:cubicBezTo>
                  <a:pt x="139217" y="160992"/>
                  <a:pt x="123711" y="171536"/>
                  <a:pt x="95888" y="171536"/>
                </a:cubicBezTo>
                <a:cubicBezTo>
                  <a:pt x="68170" y="171536"/>
                  <a:pt x="52388" y="161153"/>
                  <a:pt x="52388" y="140494"/>
                </a:cubicBezTo>
                <a:lnTo>
                  <a:pt x="52388" y="130969"/>
                </a:lnTo>
                <a:cubicBezTo>
                  <a:pt x="52388" y="121768"/>
                  <a:pt x="59855" y="114300"/>
                  <a:pt x="69056" y="114300"/>
                </a:cubicBezTo>
                <a:lnTo>
                  <a:pt x="121444" y="114300"/>
                </a:lnTo>
                <a:close/>
                <a:moveTo>
                  <a:pt x="16669" y="66675"/>
                </a:moveTo>
                <a:lnTo>
                  <a:pt x="58350" y="66675"/>
                </a:lnTo>
                <a:cubicBezTo>
                  <a:pt x="54968" y="79837"/>
                  <a:pt x="58839" y="93803"/>
                  <a:pt x="68513" y="103346"/>
                </a:cubicBezTo>
                <a:lnTo>
                  <a:pt x="70056" y="104785"/>
                </a:lnTo>
                <a:lnTo>
                  <a:pt x="69056" y="104775"/>
                </a:lnTo>
                <a:cubicBezTo>
                  <a:pt x="57308" y="104771"/>
                  <a:pt x="46994" y="112589"/>
                  <a:pt x="43825" y="123901"/>
                </a:cubicBezTo>
                <a:lnTo>
                  <a:pt x="43501" y="123911"/>
                </a:lnTo>
                <a:cubicBezTo>
                  <a:pt x="15783" y="123911"/>
                  <a:pt x="0" y="113528"/>
                  <a:pt x="0" y="92869"/>
                </a:cubicBezTo>
                <a:lnTo>
                  <a:pt x="0" y="83344"/>
                </a:lnTo>
                <a:cubicBezTo>
                  <a:pt x="0" y="74143"/>
                  <a:pt x="7468" y="66675"/>
                  <a:pt x="16669" y="66675"/>
                </a:cubicBezTo>
                <a:close/>
                <a:moveTo>
                  <a:pt x="173831" y="66675"/>
                </a:moveTo>
                <a:cubicBezTo>
                  <a:pt x="183032" y="66675"/>
                  <a:pt x="190500" y="74143"/>
                  <a:pt x="190500" y="83344"/>
                </a:cubicBezTo>
                <a:lnTo>
                  <a:pt x="190490" y="92507"/>
                </a:lnTo>
                <a:cubicBezTo>
                  <a:pt x="191605" y="113367"/>
                  <a:pt x="176098" y="123911"/>
                  <a:pt x="148276" y="123911"/>
                </a:cubicBezTo>
                <a:lnTo>
                  <a:pt x="146666" y="123892"/>
                </a:lnTo>
                <a:cubicBezTo>
                  <a:pt x="143666" y="113263"/>
                  <a:pt x="134335" y="105648"/>
                  <a:pt x="123320" y="104842"/>
                </a:cubicBezTo>
                <a:lnTo>
                  <a:pt x="121444" y="104775"/>
                </a:lnTo>
                <a:lnTo>
                  <a:pt x="120444" y="104785"/>
                </a:lnTo>
                <a:cubicBezTo>
                  <a:pt x="131227" y="95314"/>
                  <a:pt x="135755" y="80576"/>
                  <a:pt x="132150" y="66685"/>
                </a:cubicBezTo>
                <a:lnTo>
                  <a:pt x="173831" y="66675"/>
                </a:lnTo>
                <a:close/>
                <a:moveTo>
                  <a:pt x="95250" y="47625"/>
                </a:moveTo>
                <a:cubicBezTo>
                  <a:pt x="111032" y="47625"/>
                  <a:pt x="123825" y="60419"/>
                  <a:pt x="123825" y="76200"/>
                </a:cubicBezTo>
                <a:cubicBezTo>
                  <a:pt x="123825" y="91982"/>
                  <a:pt x="111032" y="104775"/>
                  <a:pt x="95250" y="104775"/>
                </a:cubicBezTo>
                <a:cubicBezTo>
                  <a:pt x="79468" y="104775"/>
                  <a:pt x="66675" y="91982"/>
                  <a:pt x="66675" y="76200"/>
                </a:cubicBezTo>
                <a:cubicBezTo>
                  <a:pt x="66675" y="60419"/>
                  <a:pt x="79468" y="47625"/>
                  <a:pt x="95250" y="47625"/>
                </a:cubicBezTo>
                <a:close/>
                <a:moveTo>
                  <a:pt x="42863" y="0"/>
                </a:moveTo>
                <a:cubicBezTo>
                  <a:pt x="58644" y="0"/>
                  <a:pt x="71438" y="12794"/>
                  <a:pt x="71438" y="28575"/>
                </a:cubicBezTo>
                <a:cubicBezTo>
                  <a:pt x="71438" y="44356"/>
                  <a:pt x="58644" y="57150"/>
                  <a:pt x="42863" y="57150"/>
                </a:cubicBezTo>
                <a:cubicBezTo>
                  <a:pt x="27081" y="57150"/>
                  <a:pt x="14288" y="44356"/>
                  <a:pt x="14288" y="28575"/>
                </a:cubicBezTo>
                <a:cubicBezTo>
                  <a:pt x="14288" y="12794"/>
                  <a:pt x="27081" y="0"/>
                  <a:pt x="42863" y="0"/>
                </a:cubicBezTo>
                <a:close/>
                <a:moveTo>
                  <a:pt x="147638" y="0"/>
                </a:moveTo>
                <a:cubicBezTo>
                  <a:pt x="163419" y="0"/>
                  <a:pt x="176213" y="12794"/>
                  <a:pt x="176213" y="28575"/>
                </a:cubicBezTo>
                <a:cubicBezTo>
                  <a:pt x="176213" y="44356"/>
                  <a:pt x="163419" y="57150"/>
                  <a:pt x="147638" y="57150"/>
                </a:cubicBezTo>
                <a:cubicBezTo>
                  <a:pt x="131856" y="57150"/>
                  <a:pt x="119063" y="44356"/>
                  <a:pt x="119063" y="28575"/>
                </a:cubicBezTo>
                <a:cubicBezTo>
                  <a:pt x="119063" y="12794"/>
                  <a:pt x="131856" y="0"/>
                  <a:pt x="147638" y="0"/>
                </a:cubicBezTo>
                <a:close/>
              </a:path>
            </a:pathLst>
          </a:cu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33" name="Graphic 56">
            <a:extLst>
              <a:ext uri="{FF2B5EF4-FFF2-40B4-BE49-F238E27FC236}">
                <a16:creationId xmlns:a16="http://schemas.microsoft.com/office/drawing/2014/main" id="{61CA3165-ED70-A6CF-4236-B70D4848B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615343" y="2209054"/>
            <a:ext cx="423010" cy="380808"/>
          </a:xfrm>
          <a:custGeom>
            <a:avLst/>
            <a:gdLst>
              <a:gd name="connsiteX0" fmla="*/ 121444 w 190546"/>
              <a:gd name="connsiteY0" fmla="*/ 114300 h 171535"/>
              <a:gd name="connsiteX1" fmla="*/ 138113 w 190546"/>
              <a:gd name="connsiteY1" fmla="*/ 130969 h 171535"/>
              <a:gd name="connsiteX2" fmla="*/ 138103 w 190546"/>
              <a:gd name="connsiteY2" fmla="*/ 140132 h 171535"/>
              <a:gd name="connsiteX3" fmla="*/ 95888 w 190546"/>
              <a:gd name="connsiteY3" fmla="*/ 171536 h 171535"/>
              <a:gd name="connsiteX4" fmla="*/ 52388 w 190546"/>
              <a:gd name="connsiteY4" fmla="*/ 140494 h 171535"/>
              <a:gd name="connsiteX5" fmla="*/ 52388 w 190546"/>
              <a:gd name="connsiteY5" fmla="*/ 130969 h 171535"/>
              <a:gd name="connsiteX6" fmla="*/ 69056 w 190546"/>
              <a:gd name="connsiteY6" fmla="*/ 114300 h 171535"/>
              <a:gd name="connsiteX7" fmla="*/ 121444 w 190546"/>
              <a:gd name="connsiteY7" fmla="*/ 114300 h 171535"/>
              <a:gd name="connsiteX8" fmla="*/ 16669 w 190546"/>
              <a:gd name="connsiteY8" fmla="*/ 66675 h 171535"/>
              <a:gd name="connsiteX9" fmla="*/ 58350 w 190546"/>
              <a:gd name="connsiteY9" fmla="*/ 66675 h 171535"/>
              <a:gd name="connsiteX10" fmla="*/ 68513 w 190546"/>
              <a:gd name="connsiteY10" fmla="*/ 103346 h 171535"/>
              <a:gd name="connsiteX11" fmla="*/ 70056 w 190546"/>
              <a:gd name="connsiteY11" fmla="*/ 104785 h 171535"/>
              <a:gd name="connsiteX12" fmla="*/ 69056 w 190546"/>
              <a:gd name="connsiteY12" fmla="*/ 104775 h 171535"/>
              <a:gd name="connsiteX13" fmla="*/ 43825 w 190546"/>
              <a:gd name="connsiteY13" fmla="*/ 123901 h 171535"/>
              <a:gd name="connsiteX14" fmla="*/ 43501 w 190546"/>
              <a:gd name="connsiteY14" fmla="*/ 123911 h 171535"/>
              <a:gd name="connsiteX15" fmla="*/ 0 w 190546"/>
              <a:gd name="connsiteY15" fmla="*/ 92869 h 171535"/>
              <a:gd name="connsiteX16" fmla="*/ 0 w 190546"/>
              <a:gd name="connsiteY16" fmla="*/ 83344 h 171535"/>
              <a:gd name="connsiteX17" fmla="*/ 16669 w 190546"/>
              <a:gd name="connsiteY17" fmla="*/ 66675 h 171535"/>
              <a:gd name="connsiteX18" fmla="*/ 173831 w 190546"/>
              <a:gd name="connsiteY18" fmla="*/ 66675 h 171535"/>
              <a:gd name="connsiteX19" fmla="*/ 190500 w 190546"/>
              <a:gd name="connsiteY19" fmla="*/ 83344 h 171535"/>
              <a:gd name="connsiteX20" fmla="*/ 190490 w 190546"/>
              <a:gd name="connsiteY20" fmla="*/ 92507 h 171535"/>
              <a:gd name="connsiteX21" fmla="*/ 148276 w 190546"/>
              <a:gd name="connsiteY21" fmla="*/ 123911 h 171535"/>
              <a:gd name="connsiteX22" fmla="*/ 146666 w 190546"/>
              <a:gd name="connsiteY22" fmla="*/ 123892 h 171535"/>
              <a:gd name="connsiteX23" fmla="*/ 123320 w 190546"/>
              <a:gd name="connsiteY23" fmla="*/ 104842 h 171535"/>
              <a:gd name="connsiteX24" fmla="*/ 121444 w 190546"/>
              <a:gd name="connsiteY24" fmla="*/ 104775 h 171535"/>
              <a:gd name="connsiteX25" fmla="*/ 120444 w 190546"/>
              <a:gd name="connsiteY25" fmla="*/ 104785 h 171535"/>
              <a:gd name="connsiteX26" fmla="*/ 132150 w 190546"/>
              <a:gd name="connsiteY26" fmla="*/ 66685 h 171535"/>
              <a:gd name="connsiteX27" fmla="*/ 173831 w 190546"/>
              <a:gd name="connsiteY27" fmla="*/ 66675 h 171535"/>
              <a:gd name="connsiteX28" fmla="*/ 95250 w 190546"/>
              <a:gd name="connsiteY28" fmla="*/ 47625 h 171535"/>
              <a:gd name="connsiteX29" fmla="*/ 123825 w 190546"/>
              <a:gd name="connsiteY29" fmla="*/ 76200 h 171535"/>
              <a:gd name="connsiteX30" fmla="*/ 95250 w 190546"/>
              <a:gd name="connsiteY30" fmla="*/ 104775 h 171535"/>
              <a:gd name="connsiteX31" fmla="*/ 66675 w 190546"/>
              <a:gd name="connsiteY31" fmla="*/ 76200 h 171535"/>
              <a:gd name="connsiteX32" fmla="*/ 95250 w 190546"/>
              <a:gd name="connsiteY32" fmla="*/ 47625 h 171535"/>
              <a:gd name="connsiteX33" fmla="*/ 42863 w 190546"/>
              <a:gd name="connsiteY33" fmla="*/ 0 h 171535"/>
              <a:gd name="connsiteX34" fmla="*/ 71438 w 190546"/>
              <a:gd name="connsiteY34" fmla="*/ 28575 h 171535"/>
              <a:gd name="connsiteX35" fmla="*/ 42863 w 190546"/>
              <a:gd name="connsiteY35" fmla="*/ 57150 h 171535"/>
              <a:gd name="connsiteX36" fmla="*/ 14288 w 190546"/>
              <a:gd name="connsiteY36" fmla="*/ 28575 h 171535"/>
              <a:gd name="connsiteX37" fmla="*/ 42863 w 190546"/>
              <a:gd name="connsiteY37" fmla="*/ 0 h 171535"/>
              <a:gd name="connsiteX38" fmla="*/ 147638 w 190546"/>
              <a:gd name="connsiteY38" fmla="*/ 0 h 171535"/>
              <a:gd name="connsiteX39" fmla="*/ 176213 w 190546"/>
              <a:gd name="connsiteY39" fmla="*/ 28575 h 171535"/>
              <a:gd name="connsiteX40" fmla="*/ 147638 w 190546"/>
              <a:gd name="connsiteY40" fmla="*/ 57150 h 171535"/>
              <a:gd name="connsiteX41" fmla="*/ 119063 w 190546"/>
              <a:gd name="connsiteY41" fmla="*/ 28575 h 171535"/>
              <a:gd name="connsiteX42" fmla="*/ 147638 w 190546"/>
              <a:gd name="connsiteY42" fmla="*/ 0 h 17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90546" h="171535">
                <a:moveTo>
                  <a:pt x="121444" y="114300"/>
                </a:moveTo>
                <a:cubicBezTo>
                  <a:pt x="130645" y="114300"/>
                  <a:pt x="138113" y="121768"/>
                  <a:pt x="138113" y="130969"/>
                </a:cubicBezTo>
                <a:lnTo>
                  <a:pt x="138103" y="140132"/>
                </a:lnTo>
                <a:cubicBezTo>
                  <a:pt x="139217" y="160992"/>
                  <a:pt x="123711" y="171536"/>
                  <a:pt x="95888" y="171536"/>
                </a:cubicBezTo>
                <a:cubicBezTo>
                  <a:pt x="68170" y="171536"/>
                  <a:pt x="52388" y="161153"/>
                  <a:pt x="52388" y="140494"/>
                </a:cubicBezTo>
                <a:lnTo>
                  <a:pt x="52388" y="130969"/>
                </a:lnTo>
                <a:cubicBezTo>
                  <a:pt x="52388" y="121768"/>
                  <a:pt x="59855" y="114300"/>
                  <a:pt x="69056" y="114300"/>
                </a:cubicBezTo>
                <a:lnTo>
                  <a:pt x="121444" y="114300"/>
                </a:lnTo>
                <a:close/>
                <a:moveTo>
                  <a:pt x="16669" y="66675"/>
                </a:moveTo>
                <a:lnTo>
                  <a:pt x="58350" y="66675"/>
                </a:lnTo>
                <a:cubicBezTo>
                  <a:pt x="54968" y="79837"/>
                  <a:pt x="58839" y="93803"/>
                  <a:pt x="68513" y="103346"/>
                </a:cubicBezTo>
                <a:lnTo>
                  <a:pt x="70056" y="104785"/>
                </a:lnTo>
                <a:lnTo>
                  <a:pt x="69056" y="104775"/>
                </a:lnTo>
                <a:cubicBezTo>
                  <a:pt x="57308" y="104771"/>
                  <a:pt x="46994" y="112589"/>
                  <a:pt x="43825" y="123901"/>
                </a:cubicBezTo>
                <a:lnTo>
                  <a:pt x="43501" y="123911"/>
                </a:lnTo>
                <a:cubicBezTo>
                  <a:pt x="15783" y="123911"/>
                  <a:pt x="0" y="113528"/>
                  <a:pt x="0" y="92869"/>
                </a:cubicBezTo>
                <a:lnTo>
                  <a:pt x="0" y="83344"/>
                </a:lnTo>
                <a:cubicBezTo>
                  <a:pt x="0" y="74143"/>
                  <a:pt x="7468" y="66675"/>
                  <a:pt x="16669" y="66675"/>
                </a:cubicBezTo>
                <a:close/>
                <a:moveTo>
                  <a:pt x="173831" y="66675"/>
                </a:moveTo>
                <a:cubicBezTo>
                  <a:pt x="183032" y="66675"/>
                  <a:pt x="190500" y="74143"/>
                  <a:pt x="190500" y="83344"/>
                </a:cubicBezTo>
                <a:lnTo>
                  <a:pt x="190490" y="92507"/>
                </a:lnTo>
                <a:cubicBezTo>
                  <a:pt x="191605" y="113367"/>
                  <a:pt x="176098" y="123911"/>
                  <a:pt x="148276" y="123911"/>
                </a:cubicBezTo>
                <a:lnTo>
                  <a:pt x="146666" y="123892"/>
                </a:lnTo>
                <a:cubicBezTo>
                  <a:pt x="143666" y="113263"/>
                  <a:pt x="134335" y="105648"/>
                  <a:pt x="123320" y="104842"/>
                </a:cubicBezTo>
                <a:lnTo>
                  <a:pt x="121444" y="104775"/>
                </a:lnTo>
                <a:lnTo>
                  <a:pt x="120444" y="104785"/>
                </a:lnTo>
                <a:cubicBezTo>
                  <a:pt x="131227" y="95314"/>
                  <a:pt x="135755" y="80576"/>
                  <a:pt x="132150" y="66685"/>
                </a:cubicBezTo>
                <a:lnTo>
                  <a:pt x="173831" y="66675"/>
                </a:lnTo>
                <a:close/>
                <a:moveTo>
                  <a:pt x="95250" y="47625"/>
                </a:moveTo>
                <a:cubicBezTo>
                  <a:pt x="111032" y="47625"/>
                  <a:pt x="123825" y="60419"/>
                  <a:pt x="123825" y="76200"/>
                </a:cubicBezTo>
                <a:cubicBezTo>
                  <a:pt x="123825" y="91982"/>
                  <a:pt x="111032" y="104775"/>
                  <a:pt x="95250" y="104775"/>
                </a:cubicBezTo>
                <a:cubicBezTo>
                  <a:pt x="79468" y="104775"/>
                  <a:pt x="66675" y="91982"/>
                  <a:pt x="66675" y="76200"/>
                </a:cubicBezTo>
                <a:cubicBezTo>
                  <a:pt x="66675" y="60419"/>
                  <a:pt x="79468" y="47625"/>
                  <a:pt x="95250" y="47625"/>
                </a:cubicBezTo>
                <a:close/>
                <a:moveTo>
                  <a:pt x="42863" y="0"/>
                </a:moveTo>
                <a:cubicBezTo>
                  <a:pt x="58644" y="0"/>
                  <a:pt x="71438" y="12794"/>
                  <a:pt x="71438" y="28575"/>
                </a:cubicBezTo>
                <a:cubicBezTo>
                  <a:pt x="71438" y="44356"/>
                  <a:pt x="58644" y="57150"/>
                  <a:pt x="42863" y="57150"/>
                </a:cubicBezTo>
                <a:cubicBezTo>
                  <a:pt x="27081" y="57150"/>
                  <a:pt x="14288" y="44356"/>
                  <a:pt x="14288" y="28575"/>
                </a:cubicBezTo>
                <a:cubicBezTo>
                  <a:pt x="14288" y="12794"/>
                  <a:pt x="27081" y="0"/>
                  <a:pt x="42863" y="0"/>
                </a:cubicBezTo>
                <a:close/>
                <a:moveTo>
                  <a:pt x="147638" y="0"/>
                </a:moveTo>
                <a:cubicBezTo>
                  <a:pt x="163419" y="0"/>
                  <a:pt x="176213" y="12794"/>
                  <a:pt x="176213" y="28575"/>
                </a:cubicBezTo>
                <a:cubicBezTo>
                  <a:pt x="176213" y="44356"/>
                  <a:pt x="163419" y="57150"/>
                  <a:pt x="147638" y="57150"/>
                </a:cubicBezTo>
                <a:cubicBezTo>
                  <a:pt x="131856" y="57150"/>
                  <a:pt x="119063" y="44356"/>
                  <a:pt x="119063" y="28575"/>
                </a:cubicBezTo>
                <a:cubicBezTo>
                  <a:pt x="119063" y="12794"/>
                  <a:pt x="131856" y="0"/>
                  <a:pt x="147638" y="0"/>
                </a:cubicBezTo>
                <a:close/>
              </a:path>
            </a:pathLst>
          </a:cu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36" name="Graphic 56">
            <a:extLst>
              <a:ext uri="{FF2B5EF4-FFF2-40B4-BE49-F238E27FC236}">
                <a16:creationId xmlns:a16="http://schemas.microsoft.com/office/drawing/2014/main" id="{1D1589B3-74AB-BE4C-D77D-A11D6161C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288183" y="2209054"/>
            <a:ext cx="423010" cy="380808"/>
          </a:xfrm>
          <a:custGeom>
            <a:avLst/>
            <a:gdLst>
              <a:gd name="connsiteX0" fmla="*/ 121444 w 190546"/>
              <a:gd name="connsiteY0" fmla="*/ 114300 h 171535"/>
              <a:gd name="connsiteX1" fmla="*/ 138113 w 190546"/>
              <a:gd name="connsiteY1" fmla="*/ 130969 h 171535"/>
              <a:gd name="connsiteX2" fmla="*/ 138103 w 190546"/>
              <a:gd name="connsiteY2" fmla="*/ 140132 h 171535"/>
              <a:gd name="connsiteX3" fmla="*/ 95888 w 190546"/>
              <a:gd name="connsiteY3" fmla="*/ 171536 h 171535"/>
              <a:gd name="connsiteX4" fmla="*/ 52388 w 190546"/>
              <a:gd name="connsiteY4" fmla="*/ 140494 h 171535"/>
              <a:gd name="connsiteX5" fmla="*/ 52388 w 190546"/>
              <a:gd name="connsiteY5" fmla="*/ 130969 h 171535"/>
              <a:gd name="connsiteX6" fmla="*/ 69056 w 190546"/>
              <a:gd name="connsiteY6" fmla="*/ 114300 h 171535"/>
              <a:gd name="connsiteX7" fmla="*/ 121444 w 190546"/>
              <a:gd name="connsiteY7" fmla="*/ 114300 h 171535"/>
              <a:gd name="connsiteX8" fmla="*/ 16669 w 190546"/>
              <a:gd name="connsiteY8" fmla="*/ 66675 h 171535"/>
              <a:gd name="connsiteX9" fmla="*/ 58350 w 190546"/>
              <a:gd name="connsiteY9" fmla="*/ 66675 h 171535"/>
              <a:gd name="connsiteX10" fmla="*/ 68513 w 190546"/>
              <a:gd name="connsiteY10" fmla="*/ 103346 h 171535"/>
              <a:gd name="connsiteX11" fmla="*/ 70056 w 190546"/>
              <a:gd name="connsiteY11" fmla="*/ 104785 h 171535"/>
              <a:gd name="connsiteX12" fmla="*/ 69056 w 190546"/>
              <a:gd name="connsiteY12" fmla="*/ 104775 h 171535"/>
              <a:gd name="connsiteX13" fmla="*/ 43825 w 190546"/>
              <a:gd name="connsiteY13" fmla="*/ 123901 h 171535"/>
              <a:gd name="connsiteX14" fmla="*/ 43501 w 190546"/>
              <a:gd name="connsiteY14" fmla="*/ 123911 h 171535"/>
              <a:gd name="connsiteX15" fmla="*/ 0 w 190546"/>
              <a:gd name="connsiteY15" fmla="*/ 92869 h 171535"/>
              <a:gd name="connsiteX16" fmla="*/ 0 w 190546"/>
              <a:gd name="connsiteY16" fmla="*/ 83344 h 171535"/>
              <a:gd name="connsiteX17" fmla="*/ 16669 w 190546"/>
              <a:gd name="connsiteY17" fmla="*/ 66675 h 171535"/>
              <a:gd name="connsiteX18" fmla="*/ 173831 w 190546"/>
              <a:gd name="connsiteY18" fmla="*/ 66675 h 171535"/>
              <a:gd name="connsiteX19" fmla="*/ 190500 w 190546"/>
              <a:gd name="connsiteY19" fmla="*/ 83344 h 171535"/>
              <a:gd name="connsiteX20" fmla="*/ 190490 w 190546"/>
              <a:gd name="connsiteY20" fmla="*/ 92507 h 171535"/>
              <a:gd name="connsiteX21" fmla="*/ 148276 w 190546"/>
              <a:gd name="connsiteY21" fmla="*/ 123911 h 171535"/>
              <a:gd name="connsiteX22" fmla="*/ 146666 w 190546"/>
              <a:gd name="connsiteY22" fmla="*/ 123892 h 171535"/>
              <a:gd name="connsiteX23" fmla="*/ 123320 w 190546"/>
              <a:gd name="connsiteY23" fmla="*/ 104842 h 171535"/>
              <a:gd name="connsiteX24" fmla="*/ 121444 w 190546"/>
              <a:gd name="connsiteY24" fmla="*/ 104775 h 171535"/>
              <a:gd name="connsiteX25" fmla="*/ 120444 w 190546"/>
              <a:gd name="connsiteY25" fmla="*/ 104785 h 171535"/>
              <a:gd name="connsiteX26" fmla="*/ 132150 w 190546"/>
              <a:gd name="connsiteY26" fmla="*/ 66685 h 171535"/>
              <a:gd name="connsiteX27" fmla="*/ 173831 w 190546"/>
              <a:gd name="connsiteY27" fmla="*/ 66675 h 171535"/>
              <a:gd name="connsiteX28" fmla="*/ 95250 w 190546"/>
              <a:gd name="connsiteY28" fmla="*/ 47625 h 171535"/>
              <a:gd name="connsiteX29" fmla="*/ 123825 w 190546"/>
              <a:gd name="connsiteY29" fmla="*/ 76200 h 171535"/>
              <a:gd name="connsiteX30" fmla="*/ 95250 w 190546"/>
              <a:gd name="connsiteY30" fmla="*/ 104775 h 171535"/>
              <a:gd name="connsiteX31" fmla="*/ 66675 w 190546"/>
              <a:gd name="connsiteY31" fmla="*/ 76200 h 171535"/>
              <a:gd name="connsiteX32" fmla="*/ 95250 w 190546"/>
              <a:gd name="connsiteY32" fmla="*/ 47625 h 171535"/>
              <a:gd name="connsiteX33" fmla="*/ 42863 w 190546"/>
              <a:gd name="connsiteY33" fmla="*/ 0 h 171535"/>
              <a:gd name="connsiteX34" fmla="*/ 71438 w 190546"/>
              <a:gd name="connsiteY34" fmla="*/ 28575 h 171535"/>
              <a:gd name="connsiteX35" fmla="*/ 42863 w 190546"/>
              <a:gd name="connsiteY35" fmla="*/ 57150 h 171535"/>
              <a:gd name="connsiteX36" fmla="*/ 14288 w 190546"/>
              <a:gd name="connsiteY36" fmla="*/ 28575 h 171535"/>
              <a:gd name="connsiteX37" fmla="*/ 42863 w 190546"/>
              <a:gd name="connsiteY37" fmla="*/ 0 h 171535"/>
              <a:gd name="connsiteX38" fmla="*/ 147638 w 190546"/>
              <a:gd name="connsiteY38" fmla="*/ 0 h 171535"/>
              <a:gd name="connsiteX39" fmla="*/ 176213 w 190546"/>
              <a:gd name="connsiteY39" fmla="*/ 28575 h 171535"/>
              <a:gd name="connsiteX40" fmla="*/ 147638 w 190546"/>
              <a:gd name="connsiteY40" fmla="*/ 57150 h 171535"/>
              <a:gd name="connsiteX41" fmla="*/ 119063 w 190546"/>
              <a:gd name="connsiteY41" fmla="*/ 28575 h 171535"/>
              <a:gd name="connsiteX42" fmla="*/ 147638 w 190546"/>
              <a:gd name="connsiteY42" fmla="*/ 0 h 17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90546" h="171535">
                <a:moveTo>
                  <a:pt x="121444" y="114300"/>
                </a:moveTo>
                <a:cubicBezTo>
                  <a:pt x="130645" y="114300"/>
                  <a:pt x="138113" y="121768"/>
                  <a:pt x="138113" y="130969"/>
                </a:cubicBezTo>
                <a:lnTo>
                  <a:pt x="138103" y="140132"/>
                </a:lnTo>
                <a:cubicBezTo>
                  <a:pt x="139217" y="160992"/>
                  <a:pt x="123711" y="171536"/>
                  <a:pt x="95888" y="171536"/>
                </a:cubicBezTo>
                <a:cubicBezTo>
                  <a:pt x="68170" y="171536"/>
                  <a:pt x="52388" y="161153"/>
                  <a:pt x="52388" y="140494"/>
                </a:cubicBezTo>
                <a:lnTo>
                  <a:pt x="52388" y="130969"/>
                </a:lnTo>
                <a:cubicBezTo>
                  <a:pt x="52388" y="121768"/>
                  <a:pt x="59855" y="114300"/>
                  <a:pt x="69056" y="114300"/>
                </a:cubicBezTo>
                <a:lnTo>
                  <a:pt x="121444" y="114300"/>
                </a:lnTo>
                <a:close/>
                <a:moveTo>
                  <a:pt x="16669" y="66675"/>
                </a:moveTo>
                <a:lnTo>
                  <a:pt x="58350" y="66675"/>
                </a:lnTo>
                <a:cubicBezTo>
                  <a:pt x="54968" y="79837"/>
                  <a:pt x="58839" y="93803"/>
                  <a:pt x="68513" y="103346"/>
                </a:cubicBezTo>
                <a:lnTo>
                  <a:pt x="70056" y="104785"/>
                </a:lnTo>
                <a:lnTo>
                  <a:pt x="69056" y="104775"/>
                </a:lnTo>
                <a:cubicBezTo>
                  <a:pt x="57308" y="104771"/>
                  <a:pt x="46994" y="112589"/>
                  <a:pt x="43825" y="123901"/>
                </a:cubicBezTo>
                <a:lnTo>
                  <a:pt x="43501" y="123911"/>
                </a:lnTo>
                <a:cubicBezTo>
                  <a:pt x="15783" y="123911"/>
                  <a:pt x="0" y="113528"/>
                  <a:pt x="0" y="92869"/>
                </a:cubicBezTo>
                <a:lnTo>
                  <a:pt x="0" y="83344"/>
                </a:lnTo>
                <a:cubicBezTo>
                  <a:pt x="0" y="74143"/>
                  <a:pt x="7468" y="66675"/>
                  <a:pt x="16669" y="66675"/>
                </a:cubicBezTo>
                <a:close/>
                <a:moveTo>
                  <a:pt x="173831" y="66675"/>
                </a:moveTo>
                <a:cubicBezTo>
                  <a:pt x="183032" y="66675"/>
                  <a:pt x="190500" y="74143"/>
                  <a:pt x="190500" y="83344"/>
                </a:cubicBezTo>
                <a:lnTo>
                  <a:pt x="190490" y="92507"/>
                </a:lnTo>
                <a:cubicBezTo>
                  <a:pt x="191605" y="113367"/>
                  <a:pt x="176098" y="123911"/>
                  <a:pt x="148276" y="123911"/>
                </a:cubicBezTo>
                <a:lnTo>
                  <a:pt x="146666" y="123892"/>
                </a:lnTo>
                <a:cubicBezTo>
                  <a:pt x="143666" y="113263"/>
                  <a:pt x="134335" y="105648"/>
                  <a:pt x="123320" y="104842"/>
                </a:cubicBezTo>
                <a:lnTo>
                  <a:pt x="121444" y="104775"/>
                </a:lnTo>
                <a:lnTo>
                  <a:pt x="120444" y="104785"/>
                </a:lnTo>
                <a:cubicBezTo>
                  <a:pt x="131227" y="95314"/>
                  <a:pt x="135755" y="80576"/>
                  <a:pt x="132150" y="66685"/>
                </a:cubicBezTo>
                <a:lnTo>
                  <a:pt x="173831" y="66675"/>
                </a:lnTo>
                <a:close/>
                <a:moveTo>
                  <a:pt x="95250" y="47625"/>
                </a:moveTo>
                <a:cubicBezTo>
                  <a:pt x="111032" y="47625"/>
                  <a:pt x="123825" y="60419"/>
                  <a:pt x="123825" y="76200"/>
                </a:cubicBezTo>
                <a:cubicBezTo>
                  <a:pt x="123825" y="91982"/>
                  <a:pt x="111032" y="104775"/>
                  <a:pt x="95250" y="104775"/>
                </a:cubicBezTo>
                <a:cubicBezTo>
                  <a:pt x="79468" y="104775"/>
                  <a:pt x="66675" y="91982"/>
                  <a:pt x="66675" y="76200"/>
                </a:cubicBezTo>
                <a:cubicBezTo>
                  <a:pt x="66675" y="60419"/>
                  <a:pt x="79468" y="47625"/>
                  <a:pt x="95250" y="47625"/>
                </a:cubicBezTo>
                <a:close/>
                <a:moveTo>
                  <a:pt x="42863" y="0"/>
                </a:moveTo>
                <a:cubicBezTo>
                  <a:pt x="58644" y="0"/>
                  <a:pt x="71438" y="12794"/>
                  <a:pt x="71438" y="28575"/>
                </a:cubicBezTo>
                <a:cubicBezTo>
                  <a:pt x="71438" y="44356"/>
                  <a:pt x="58644" y="57150"/>
                  <a:pt x="42863" y="57150"/>
                </a:cubicBezTo>
                <a:cubicBezTo>
                  <a:pt x="27081" y="57150"/>
                  <a:pt x="14288" y="44356"/>
                  <a:pt x="14288" y="28575"/>
                </a:cubicBezTo>
                <a:cubicBezTo>
                  <a:pt x="14288" y="12794"/>
                  <a:pt x="27081" y="0"/>
                  <a:pt x="42863" y="0"/>
                </a:cubicBezTo>
                <a:close/>
                <a:moveTo>
                  <a:pt x="147638" y="0"/>
                </a:moveTo>
                <a:cubicBezTo>
                  <a:pt x="163419" y="0"/>
                  <a:pt x="176213" y="12794"/>
                  <a:pt x="176213" y="28575"/>
                </a:cubicBezTo>
                <a:cubicBezTo>
                  <a:pt x="176213" y="44356"/>
                  <a:pt x="163419" y="57150"/>
                  <a:pt x="147638" y="57150"/>
                </a:cubicBezTo>
                <a:cubicBezTo>
                  <a:pt x="131856" y="57150"/>
                  <a:pt x="119063" y="44356"/>
                  <a:pt x="119063" y="28575"/>
                </a:cubicBezTo>
                <a:cubicBezTo>
                  <a:pt x="119063" y="12794"/>
                  <a:pt x="131856" y="0"/>
                  <a:pt x="147638" y="0"/>
                </a:cubicBezTo>
                <a:close/>
              </a:path>
            </a:pathLst>
          </a:cu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79827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1BB1F-3121-8D7A-B599-E806BE4D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F84DE4CC-CA51-348F-2E3B-97270FEA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2" y="457200"/>
            <a:ext cx="5013551" cy="1969770"/>
          </a:xfrm>
        </p:spPr>
        <p:txBody>
          <a:bodyPr/>
          <a:lstStyle/>
          <a:p>
            <a:r>
              <a:rPr lang="en-US" b="1"/>
              <a:t>Key Benefits and Value Delivery</a:t>
            </a:r>
          </a:p>
        </p:txBody>
      </p:sp>
      <p:pic>
        <p:nvPicPr>
          <p:cNvPr id="24" name="Picture Placeholder 23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0905A727-E8DF-465D-965F-71B121CFF40B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2050" r="2050"/>
          <a:stretch/>
        </p:blipFill>
        <p:spPr>
          <a:xfrm>
            <a:off x="5951538" y="914399"/>
            <a:ext cx="5651499" cy="5448301"/>
          </a:xfr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865C5D4-6FD4-AA42-5C6E-84604DB2D8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2" y="2843711"/>
            <a:ext cx="5013552" cy="3077766"/>
          </a:xfrm>
        </p:spPr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  <a:p>
            <a:r>
              <a:rPr lang="en-US"/>
              <a:t>Nunc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est. </a:t>
            </a:r>
            <a:r>
              <a:rPr lang="en-US" err="1"/>
              <a:t>Vivamus</a:t>
            </a:r>
            <a:r>
              <a:rPr lang="en-US"/>
              <a:t> a </a:t>
            </a:r>
            <a:r>
              <a:rPr lang="en-US" err="1"/>
              <a:t>tellus</a:t>
            </a:r>
            <a:r>
              <a:rPr lang="en-US"/>
              <a:t>.</a:t>
            </a:r>
          </a:p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263263810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641B-BCB8-9E7A-AA14-259408893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737FB8-DC18-32F9-8883-01472947C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>
            <a:sp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995F5175-0B86-75BC-FD2D-81C5A2F135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77002089-0983-2BA6-FC8F-61733CB88B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95227" y="3436166"/>
            <a:ext cx="3147226" cy="2215991"/>
          </a:xfrm>
        </p:spPr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3E94BFA-F9B2-6193-6915-157170D5EE4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E81811FF-1631-3B78-D40A-4CC8DB73F81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Lorem ipsum 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7BD66EED-EBF3-9C0B-0637-087C3E3D1FB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Lorem ipsum 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59B95A45-B444-40E0-9BE0-33420C84D35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Lorem ipsum </a:t>
            </a:r>
          </a:p>
        </p:txBody>
      </p:sp>
      <p:sp>
        <p:nvSpPr>
          <p:cNvPr id="29" name="Graphic 56">
            <a:extLst>
              <a:ext uri="{FF2B5EF4-FFF2-40B4-BE49-F238E27FC236}">
                <a16:creationId xmlns:a16="http://schemas.microsoft.com/office/drawing/2014/main" id="{CC20AF83-4804-5436-A10C-17E39D3A3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942503" y="2209054"/>
            <a:ext cx="423010" cy="380808"/>
          </a:xfrm>
          <a:custGeom>
            <a:avLst/>
            <a:gdLst>
              <a:gd name="connsiteX0" fmla="*/ 121444 w 190546"/>
              <a:gd name="connsiteY0" fmla="*/ 114300 h 171535"/>
              <a:gd name="connsiteX1" fmla="*/ 138113 w 190546"/>
              <a:gd name="connsiteY1" fmla="*/ 130969 h 171535"/>
              <a:gd name="connsiteX2" fmla="*/ 138103 w 190546"/>
              <a:gd name="connsiteY2" fmla="*/ 140132 h 171535"/>
              <a:gd name="connsiteX3" fmla="*/ 95888 w 190546"/>
              <a:gd name="connsiteY3" fmla="*/ 171536 h 171535"/>
              <a:gd name="connsiteX4" fmla="*/ 52388 w 190546"/>
              <a:gd name="connsiteY4" fmla="*/ 140494 h 171535"/>
              <a:gd name="connsiteX5" fmla="*/ 52388 w 190546"/>
              <a:gd name="connsiteY5" fmla="*/ 130969 h 171535"/>
              <a:gd name="connsiteX6" fmla="*/ 69056 w 190546"/>
              <a:gd name="connsiteY6" fmla="*/ 114300 h 171535"/>
              <a:gd name="connsiteX7" fmla="*/ 121444 w 190546"/>
              <a:gd name="connsiteY7" fmla="*/ 114300 h 171535"/>
              <a:gd name="connsiteX8" fmla="*/ 16669 w 190546"/>
              <a:gd name="connsiteY8" fmla="*/ 66675 h 171535"/>
              <a:gd name="connsiteX9" fmla="*/ 58350 w 190546"/>
              <a:gd name="connsiteY9" fmla="*/ 66675 h 171535"/>
              <a:gd name="connsiteX10" fmla="*/ 68513 w 190546"/>
              <a:gd name="connsiteY10" fmla="*/ 103346 h 171535"/>
              <a:gd name="connsiteX11" fmla="*/ 70056 w 190546"/>
              <a:gd name="connsiteY11" fmla="*/ 104785 h 171535"/>
              <a:gd name="connsiteX12" fmla="*/ 69056 w 190546"/>
              <a:gd name="connsiteY12" fmla="*/ 104775 h 171535"/>
              <a:gd name="connsiteX13" fmla="*/ 43825 w 190546"/>
              <a:gd name="connsiteY13" fmla="*/ 123901 h 171535"/>
              <a:gd name="connsiteX14" fmla="*/ 43501 w 190546"/>
              <a:gd name="connsiteY14" fmla="*/ 123911 h 171535"/>
              <a:gd name="connsiteX15" fmla="*/ 0 w 190546"/>
              <a:gd name="connsiteY15" fmla="*/ 92869 h 171535"/>
              <a:gd name="connsiteX16" fmla="*/ 0 w 190546"/>
              <a:gd name="connsiteY16" fmla="*/ 83344 h 171535"/>
              <a:gd name="connsiteX17" fmla="*/ 16669 w 190546"/>
              <a:gd name="connsiteY17" fmla="*/ 66675 h 171535"/>
              <a:gd name="connsiteX18" fmla="*/ 173831 w 190546"/>
              <a:gd name="connsiteY18" fmla="*/ 66675 h 171535"/>
              <a:gd name="connsiteX19" fmla="*/ 190500 w 190546"/>
              <a:gd name="connsiteY19" fmla="*/ 83344 h 171535"/>
              <a:gd name="connsiteX20" fmla="*/ 190490 w 190546"/>
              <a:gd name="connsiteY20" fmla="*/ 92507 h 171535"/>
              <a:gd name="connsiteX21" fmla="*/ 148276 w 190546"/>
              <a:gd name="connsiteY21" fmla="*/ 123911 h 171535"/>
              <a:gd name="connsiteX22" fmla="*/ 146666 w 190546"/>
              <a:gd name="connsiteY22" fmla="*/ 123892 h 171535"/>
              <a:gd name="connsiteX23" fmla="*/ 123320 w 190546"/>
              <a:gd name="connsiteY23" fmla="*/ 104842 h 171535"/>
              <a:gd name="connsiteX24" fmla="*/ 121444 w 190546"/>
              <a:gd name="connsiteY24" fmla="*/ 104775 h 171535"/>
              <a:gd name="connsiteX25" fmla="*/ 120444 w 190546"/>
              <a:gd name="connsiteY25" fmla="*/ 104785 h 171535"/>
              <a:gd name="connsiteX26" fmla="*/ 132150 w 190546"/>
              <a:gd name="connsiteY26" fmla="*/ 66685 h 171535"/>
              <a:gd name="connsiteX27" fmla="*/ 173831 w 190546"/>
              <a:gd name="connsiteY27" fmla="*/ 66675 h 171535"/>
              <a:gd name="connsiteX28" fmla="*/ 95250 w 190546"/>
              <a:gd name="connsiteY28" fmla="*/ 47625 h 171535"/>
              <a:gd name="connsiteX29" fmla="*/ 123825 w 190546"/>
              <a:gd name="connsiteY29" fmla="*/ 76200 h 171535"/>
              <a:gd name="connsiteX30" fmla="*/ 95250 w 190546"/>
              <a:gd name="connsiteY30" fmla="*/ 104775 h 171535"/>
              <a:gd name="connsiteX31" fmla="*/ 66675 w 190546"/>
              <a:gd name="connsiteY31" fmla="*/ 76200 h 171535"/>
              <a:gd name="connsiteX32" fmla="*/ 95250 w 190546"/>
              <a:gd name="connsiteY32" fmla="*/ 47625 h 171535"/>
              <a:gd name="connsiteX33" fmla="*/ 42863 w 190546"/>
              <a:gd name="connsiteY33" fmla="*/ 0 h 171535"/>
              <a:gd name="connsiteX34" fmla="*/ 71438 w 190546"/>
              <a:gd name="connsiteY34" fmla="*/ 28575 h 171535"/>
              <a:gd name="connsiteX35" fmla="*/ 42863 w 190546"/>
              <a:gd name="connsiteY35" fmla="*/ 57150 h 171535"/>
              <a:gd name="connsiteX36" fmla="*/ 14288 w 190546"/>
              <a:gd name="connsiteY36" fmla="*/ 28575 h 171535"/>
              <a:gd name="connsiteX37" fmla="*/ 42863 w 190546"/>
              <a:gd name="connsiteY37" fmla="*/ 0 h 171535"/>
              <a:gd name="connsiteX38" fmla="*/ 147638 w 190546"/>
              <a:gd name="connsiteY38" fmla="*/ 0 h 171535"/>
              <a:gd name="connsiteX39" fmla="*/ 176213 w 190546"/>
              <a:gd name="connsiteY39" fmla="*/ 28575 h 171535"/>
              <a:gd name="connsiteX40" fmla="*/ 147638 w 190546"/>
              <a:gd name="connsiteY40" fmla="*/ 57150 h 171535"/>
              <a:gd name="connsiteX41" fmla="*/ 119063 w 190546"/>
              <a:gd name="connsiteY41" fmla="*/ 28575 h 171535"/>
              <a:gd name="connsiteX42" fmla="*/ 147638 w 190546"/>
              <a:gd name="connsiteY42" fmla="*/ 0 h 17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90546" h="171535">
                <a:moveTo>
                  <a:pt x="121444" y="114300"/>
                </a:moveTo>
                <a:cubicBezTo>
                  <a:pt x="130645" y="114300"/>
                  <a:pt x="138113" y="121768"/>
                  <a:pt x="138113" y="130969"/>
                </a:cubicBezTo>
                <a:lnTo>
                  <a:pt x="138103" y="140132"/>
                </a:lnTo>
                <a:cubicBezTo>
                  <a:pt x="139217" y="160992"/>
                  <a:pt x="123711" y="171536"/>
                  <a:pt x="95888" y="171536"/>
                </a:cubicBezTo>
                <a:cubicBezTo>
                  <a:pt x="68170" y="171536"/>
                  <a:pt x="52388" y="161153"/>
                  <a:pt x="52388" y="140494"/>
                </a:cubicBezTo>
                <a:lnTo>
                  <a:pt x="52388" y="130969"/>
                </a:lnTo>
                <a:cubicBezTo>
                  <a:pt x="52388" y="121768"/>
                  <a:pt x="59855" y="114300"/>
                  <a:pt x="69056" y="114300"/>
                </a:cubicBezTo>
                <a:lnTo>
                  <a:pt x="121444" y="114300"/>
                </a:lnTo>
                <a:close/>
                <a:moveTo>
                  <a:pt x="16669" y="66675"/>
                </a:moveTo>
                <a:lnTo>
                  <a:pt x="58350" y="66675"/>
                </a:lnTo>
                <a:cubicBezTo>
                  <a:pt x="54968" y="79837"/>
                  <a:pt x="58839" y="93803"/>
                  <a:pt x="68513" y="103346"/>
                </a:cubicBezTo>
                <a:lnTo>
                  <a:pt x="70056" y="104785"/>
                </a:lnTo>
                <a:lnTo>
                  <a:pt x="69056" y="104775"/>
                </a:lnTo>
                <a:cubicBezTo>
                  <a:pt x="57308" y="104771"/>
                  <a:pt x="46994" y="112589"/>
                  <a:pt x="43825" y="123901"/>
                </a:cubicBezTo>
                <a:lnTo>
                  <a:pt x="43501" y="123911"/>
                </a:lnTo>
                <a:cubicBezTo>
                  <a:pt x="15783" y="123911"/>
                  <a:pt x="0" y="113528"/>
                  <a:pt x="0" y="92869"/>
                </a:cubicBezTo>
                <a:lnTo>
                  <a:pt x="0" y="83344"/>
                </a:lnTo>
                <a:cubicBezTo>
                  <a:pt x="0" y="74143"/>
                  <a:pt x="7468" y="66675"/>
                  <a:pt x="16669" y="66675"/>
                </a:cubicBezTo>
                <a:close/>
                <a:moveTo>
                  <a:pt x="173831" y="66675"/>
                </a:moveTo>
                <a:cubicBezTo>
                  <a:pt x="183032" y="66675"/>
                  <a:pt x="190500" y="74143"/>
                  <a:pt x="190500" y="83344"/>
                </a:cubicBezTo>
                <a:lnTo>
                  <a:pt x="190490" y="92507"/>
                </a:lnTo>
                <a:cubicBezTo>
                  <a:pt x="191605" y="113367"/>
                  <a:pt x="176098" y="123911"/>
                  <a:pt x="148276" y="123911"/>
                </a:cubicBezTo>
                <a:lnTo>
                  <a:pt x="146666" y="123892"/>
                </a:lnTo>
                <a:cubicBezTo>
                  <a:pt x="143666" y="113263"/>
                  <a:pt x="134335" y="105648"/>
                  <a:pt x="123320" y="104842"/>
                </a:cubicBezTo>
                <a:lnTo>
                  <a:pt x="121444" y="104775"/>
                </a:lnTo>
                <a:lnTo>
                  <a:pt x="120444" y="104785"/>
                </a:lnTo>
                <a:cubicBezTo>
                  <a:pt x="131227" y="95314"/>
                  <a:pt x="135755" y="80576"/>
                  <a:pt x="132150" y="66685"/>
                </a:cubicBezTo>
                <a:lnTo>
                  <a:pt x="173831" y="66675"/>
                </a:lnTo>
                <a:close/>
                <a:moveTo>
                  <a:pt x="95250" y="47625"/>
                </a:moveTo>
                <a:cubicBezTo>
                  <a:pt x="111032" y="47625"/>
                  <a:pt x="123825" y="60419"/>
                  <a:pt x="123825" y="76200"/>
                </a:cubicBezTo>
                <a:cubicBezTo>
                  <a:pt x="123825" y="91982"/>
                  <a:pt x="111032" y="104775"/>
                  <a:pt x="95250" y="104775"/>
                </a:cubicBezTo>
                <a:cubicBezTo>
                  <a:pt x="79468" y="104775"/>
                  <a:pt x="66675" y="91982"/>
                  <a:pt x="66675" y="76200"/>
                </a:cubicBezTo>
                <a:cubicBezTo>
                  <a:pt x="66675" y="60419"/>
                  <a:pt x="79468" y="47625"/>
                  <a:pt x="95250" y="47625"/>
                </a:cubicBezTo>
                <a:close/>
                <a:moveTo>
                  <a:pt x="42863" y="0"/>
                </a:moveTo>
                <a:cubicBezTo>
                  <a:pt x="58644" y="0"/>
                  <a:pt x="71438" y="12794"/>
                  <a:pt x="71438" y="28575"/>
                </a:cubicBezTo>
                <a:cubicBezTo>
                  <a:pt x="71438" y="44356"/>
                  <a:pt x="58644" y="57150"/>
                  <a:pt x="42863" y="57150"/>
                </a:cubicBezTo>
                <a:cubicBezTo>
                  <a:pt x="27081" y="57150"/>
                  <a:pt x="14288" y="44356"/>
                  <a:pt x="14288" y="28575"/>
                </a:cubicBezTo>
                <a:cubicBezTo>
                  <a:pt x="14288" y="12794"/>
                  <a:pt x="27081" y="0"/>
                  <a:pt x="42863" y="0"/>
                </a:cubicBezTo>
                <a:close/>
                <a:moveTo>
                  <a:pt x="147638" y="0"/>
                </a:moveTo>
                <a:cubicBezTo>
                  <a:pt x="163419" y="0"/>
                  <a:pt x="176213" y="12794"/>
                  <a:pt x="176213" y="28575"/>
                </a:cubicBezTo>
                <a:cubicBezTo>
                  <a:pt x="176213" y="44356"/>
                  <a:pt x="163419" y="57150"/>
                  <a:pt x="147638" y="57150"/>
                </a:cubicBezTo>
                <a:cubicBezTo>
                  <a:pt x="131856" y="57150"/>
                  <a:pt x="119063" y="44356"/>
                  <a:pt x="119063" y="28575"/>
                </a:cubicBezTo>
                <a:cubicBezTo>
                  <a:pt x="119063" y="12794"/>
                  <a:pt x="131856" y="0"/>
                  <a:pt x="147638" y="0"/>
                </a:cubicBezTo>
                <a:close/>
              </a:path>
            </a:pathLst>
          </a:cu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33" name="Graphic 56">
            <a:extLst>
              <a:ext uri="{FF2B5EF4-FFF2-40B4-BE49-F238E27FC236}">
                <a16:creationId xmlns:a16="http://schemas.microsoft.com/office/drawing/2014/main" id="{0DDFAEEA-931F-FC80-7EF2-0468A1525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615343" y="2209054"/>
            <a:ext cx="423010" cy="380808"/>
          </a:xfrm>
          <a:custGeom>
            <a:avLst/>
            <a:gdLst>
              <a:gd name="connsiteX0" fmla="*/ 121444 w 190546"/>
              <a:gd name="connsiteY0" fmla="*/ 114300 h 171535"/>
              <a:gd name="connsiteX1" fmla="*/ 138113 w 190546"/>
              <a:gd name="connsiteY1" fmla="*/ 130969 h 171535"/>
              <a:gd name="connsiteX2" fmla="*/ 138103 w 190546"/>
              <a:gd name="connsiteY2" fmla="*/ 140132 h 171535"/>
              <a:gd name="connsiteX3" fmla="*/ 95888 w 190546"/>
              <a:gd name="connsiteY3" fmla="*/ 171536 h 171535"/>
              <a:gd name="connsiteX4" fmla="*/ 52388 w 190546"/>
              <a:gd name="connsiteY4" fmla="*/ 140494 h 171535"/>
              <a:gd name="connsiteX5" fmla="*/ 52388 w 190546"/>
              <a:gd name="connsiteY5" fmla="*/ 130969 h 171535"/>
              <a:gd name="connsiteX6" fmla="*/ 69056 w 190546"/>
              <a:gd name="connsiteY6" fmla="*/ 114300 h 171535"/>
              <a:gd name="connsiteX7" fmla="*/ 121444 w 190546"/>
              <a:gd name="connsiteY7" fmla="*/ 114300 h 171535"/>
              <a:gd name="connsiteX8" fmla="*/ 16669 w 190546"/>
              <a:gd name="connsiteY8" fmla="*/ 66675 h 171535"/>
              <a:gd name="connsiteX9" fmla="*/ 58350 w 190546"/>
              <a:gd name="connsiteY9" fmla="*/ 66675 h 171535"/>
              <a:gd name="connsiteX10" fmla="*/ 68513 w 190546"/>
              <a:gd name="connsiteY10" fmla="*/ 103346 h 171535"/>
              <a:gd name="connsiteX11" fmla="*/ 70056 w 190546"/>
              <a:gd name="connsiteY11" fmla="*/ 104785 h 171535"/>
              <a:gd name="connsiteX12" fmla="*/ 69056 w 190546"/>
              <a:gd name="connsiteY12" fmla="*/ 104775 h 171535"/>
              <a:gd name="connsiteX13" fmla="*/ 43825 w 190546"/>
              <a:gd name="connsiteY13" fmla="*/ 123901 h 171535"/>
              <a:gd name="connsiteX14" fmla="*/ 43501 w 190546"/>
              <a:gd name="connsiteY14" fmla="*/ 123911 h 171535"/>
              <a:gd name="connsiteX15" fmla="*/ 0 w 190546"/>
              <a:gd name="connsiteY15" fmla="*/ 92869 h 171535"/>
              <a:gd name="connsiteX16" fmla="*/ 0 w 190546"/>
              <a:gd name="connsiteY16" fmla="*/ 83344 h 171535"/>
              <a:gd name="connsiteX17" fmla="*/ 16669 w 190546"/>
              <a:gd name="connsiteY17" fmla="*/ 66675 h 171535"/>
              <a:gd name="connsiteX18" fmla="*/ 173831 w 190546"/>
              <a:gd name="connsiteY18" fmla="*/ 66675 h 171535"/>
              <a:gd name="connsiteX19" fmla="*/ 190500 w 190546"/>
              <a:gd name="connsiteY19" fmla="*/ 83344 h 171535"/>
              <a:gd name="connsiteX20" fmla="*/ 190490 w 190546"/>
              <a:gd name="connsiteY20" fmla="*/ 92507 h 171535"/>
              <a:gd name="connsiteX21" fmla="*/ 148276 w 190546"/>
              <a:gd name="connsiteY21" fmla="*/ 123911 h 171535"/>
              <a:gd name="connsiteX22" fmla="*/ 146666 w 190546"/>
              <a:gd name="connsiteY22" fmla="*/ 123892 h 171535"/>
              <a:gd name="connsiteX23" fmla="*/ 123320 w 190546"/>
              <a:gd name="connsiteY23" fmla="*/ 104842 h 171535"/>
              <a:gd name="connsiteX24" fmla="*/ 121444 w 190546"/>
              <a:gd name="connsiteY24" fmla="*/ 104775 h 171535"/>
              <a:gd name="connsiteX25" fmla="*/ 120444 w 190546"/>
              <a:gd name="connsiteY25" fmla="*/ 104785 h 171535"/>
              <a:gd name="connsiteX26" fmla="*/ 132150 w 190546"/>
              <a:gd name="connsiteY26" fmla="*/ 66685 h 171535"/>
              <a:gd name="connsiteX27" fmla="*/ 173831 w 190546"/>
              <a:gd name="connsiteY27" fmla="*/ 66675 h 171535"/>
              <a:gd name="connsiteX28" fmla="*/ 95250 w 190546"/>
              <a:gd name="connsiteY28" fmla="*/ 47625 h 171535"/>
              <a:gd name="connsiteX29" fmla="*/ 123825 w 190546"/>
              <a:gd name="connsiteY29" fmla="*/ 76200 h 171535"/>
              <a:gd name="connsiteX30" fmla="*/ 95250 w 190546"/>
              <a:gd name="connsiteY30" fmla="*/ 104775 h 171535"/>
              <a:gd name="connsiteX31" fmla="*/ 66675 w 190546"/>
              <a:gd name="connsiteY31" fmla="*/ 76200 h 171535"/>
              <a:gd name="connsiteX32" fmla="*/ 95250 w 190546"/>
              <a:gd name="connsiteY32" fmla="*/ 47625 h 171535"/>
              <a:gd name="connsiteX33" fmla="*/ 42863 w 190546"/>
              <a:gd name="connsiteY33" fmla="*/ 0 h 171535"/>
              <a:gd name="connsiteX34" fmla="*/ 71438 w 190546"/>
              <a:gd name="connsiteY34" fmla="*/ 28575 h 171535"/>
              <a:gd name="connsiteX35" fmla="*/ 42863 w 190546"/>
              <a:gd name="connsiteY35" fmla="*/ 57150 h 171535"/>
              <a:gd name="connsiteX36" fmla="*/ 14288 w 190546"/>
              <a:gd name="connsiteY36" fmla="*/ 28575 h 171535"/>
              <a:gd name="connsiteX37" fmla="*/ 42863 w 190546"/>
              <a:gd name="connsiteY37" fmla="*/ 0 h 171535"/>
              <a:gd name="connsiteX38" fmla="*/ 147638 w 190546"/>
              <a:gd name="connsiteY38" fmla="*/ 0 h 171535"/>
              <a:gd name="connsiteX39" fmla="*/ 176213 w 190546"/>
              <a:gd name="connsiteY39" fmla="*/ 28575 h 171535"/>
              <a:gd name="connsiteX40" fmla="*/ 147638 w 190546"/>
              <a:gd name="connsiteY40" fmla="*/ 57150 h 171535"/>
              <a:gd name="connsiteX41" fmla="*/ 119063 w 190546"/>
              <a:gd name="connsiteY41" fmla="*/ 28575 h 171535"/>
              <a:gd name="connsiteX42" fmla="*/ 147638 w 190546"/>
              <a:gd name="connsiteY42" fmla="*/ 0 h 17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90546" h="171535">
                <a:moveTo>
                  <a:pt x="121444" y="114300"/>
                </a:moveTo>
                <a:cubicBezTo>
                  <a:pt x="130645" y="114300"/>
                  <a:pt x="138113" y="121768"/>
                  <a:pt x="138113" y="130969"/>
                </a:cubicBezTo>
                <a:lnTo>
                  <a:pt x="138103" y="140132"/>
                </a:lnTo>
                <a:cubicBezTo>
                  <a:pt x="139217" y="160992"/>
                  <a:pt x="123711" y="171536"/>
                  <a:pt x="95888" y="171536"/>
                </a:cubicBezTo>
                <a:cubicBezTo>
                  <a:pt x="68170" y="171536"/>
                  <a:pt x="52388" y="161153"/>
                  <a:pt x="52388" y="140494"/>
                </a:cubicBezTo>
                <a:lnTo>
                  <a:pt x="52388" y="130969"/>
                </a:lnTo>
                <a:cubicBezTo>
                  <a:pt x="52388" y="121768"/>
                  <a:pt x="59855" y="114300"/>
                  <a:pt x="69056" y="114300"/>
                </a:cubicBezTo>
                <a:lnTo>
                  <a:pt x="121444" y="114300"/>
                </a:lnTo>
                <a:close/>
                <a:moveTo>
                  <a:pt x="16669" y="66675"/>
                </a:moveTo>
                <a:lnTo>
                  <a:pt x="58350" y="66675"/>
                </a:lnTo>
                <a:cubicBezTo>
                  <a:pt x="54968" y="79837"/>
                  <a:pt x="58839" y="93803"/>
                  <a:pt x="68513" y="103346"/>
                </a:cubicBezTo>
                <a:lnTo>
                  <a:pt x="70056" y="104785"/>
                </a:lnTo>
                <a:lnTo>
                  <a:pt x="69056" y="104775"/>
                </a:lnTo>
                <a:cubicBezTo>
                  <a:pt x="57308" y="104771"/>
                  <a:pt x="46994" y="112589"/>
                  <a:pt x="43825" y="123901"/>
                </a:cubicBezTo>
                <a:lnTo>
                  <a:pt x="43501" y="123911"/>
                </a:lnTo>
                <a:cubicBezTo>
                  <a:pt x="15783" y="123911"/>
                  <a:pt x="0" y="113528"/>
                  <a:pt x="0" y="92869"/>
                </a:cubicBezTo>
                <a:lnTo>
                  <a:pt x="0" y="83344"/>
                </a:lnTo>
                <a:cubicBezTo>
                  <a:pt x="0" y="74143"/>
                  <a:pt x="7468" y="66675"/>
                  <a:pt x="16669" y="66675"/>
                </a:cubicBezTo>
                <a:close/>
                <a:moveTo>
                  <a:pt x="173831" y="66675"/>
                </a:moveTo>
                <a:cubicBezTo>
                  <a:pt x="183032" y="66675"/>
                  <a:pt x="190500" y="74143"/>
                  <a:pt x="190500" y="83344"/>
                </a:cubicBezTo>
                <a:lnTo>
                  <a:pt x="190490" y="92507"/>
                </a:lnTo>
                <a:cubicBezTo>
                  <a:pt x="191605" y="113367"/>
                  <a:pt x="176098" y="123911"/>
                  <a:pt x="148276" y="123911"/>
                </a:cubicBezTo>
                <a:lnTo>
                  <a:pt x="146666" y="123892"/>
                </a:lnTo>
                <a:cubicBezTo>
                  <a:pt x="143666" y="113263"/>
                  <a:pt x="134335" y="105648"/>
                  <a:pt x="123320" y="104842"/>
                </a:cubicBezTo>
                <a:lnTo>
                  <a:pt x="121444" y="104775"/>
                </a:lnTo>
                <a:lnTo>
                  <a:pt x="120444" y="104785"/>
                </a:lnTo>
                <a:cubicBezTo>
                  <a:pt x="131227" y="95314"/>
                  <a:pt x="135755" y="80576"/>
                  <a:pt x="132150" y="66685"/>
                </a:cubicBezTo>
                <a:lnTo>
                  <a:pt x="173831" y="66675"/>
                </a:lnTo>
                <a:close/>
                <a:moveTo>
                  <a:pt x="95250" y="47625"/>
                </a:moveTo>
                <a:cubicBezTo>
                  <a:pt x="111032" y="47625"/>
                  <a:pt x="123825" y="60419"/>
                  <a:pt x="123825" y="76200"/>
                </a:cubicBezTo>
                <a:cubicBezTo>
                  <a:pt x="123825" y="91982"/>
                  <a:pt x="111032" y="104775"/>
                  <a:pt x="95250" y="104775"/>
                </a:cubicBezTo>
                <a:cubicBezTo>
                  <a:pt x="79468" y="104775"/>
                  <a:pt x="66675" y="91982"/>
                  <a:pt x="66675" y="76200"/>
                </a:cubicBezTo>
                <a:cubicBezTo>
                  <a:pt x="66675" y="60419"/>
                  <a:pt x="79468" y="47625"/>
                  <a:pt x="95250" y="47625"/>
                </a:cubicBezTo>
                <a:close/>
                <a:moveTo>
                  <a:pt x="42863" y="0"/>
                </a:moveTo>
                <a:cubicBezTo>
                  <a:pt x="58644" y="0"/>
                  <a:pt x="71438" y="12794"/>
                  <a:pt x="71438" y="28575"/>
                </a:cubicBezTo>
                <a:cubicBezTo>
                  <a:pt x="71438" y="44356"/>
                  <a:pt x="58644" y="57150"/>
                  <a:pt x="42863" y="57150"/>
                </a:cubicBezTo>
                <a:cubicBezTo>
                  <a:pt x="27081" y="57150"/>
                  <a:pt x="14288" y="44356"/>
                  <a:pt x="14288" y="28575"/>
                </a:cubicBezTo>
                <a:cubicBezTo>
                  <a:pt x="14288" y="12794"/>
                  <a:pt x="27081" y="0"/>
                  <a:pt x="42863" y="0"/>
                </a:cubicBezTo>
                <a:close/>
                <a:moveTo>
                  <a:pt x="147638" y="0"/>
                </a:moveTo>
                <a:cubicBezTo>
                  <a:pt x="163419" y="0"/>
                  <a:pt x="176213" y="12794"/>
                  <a:pt x="176213" y="28575"/>
                </a:cubicBezTo>
                <a:cubicBezTo>
                  <a:pt x="176213" y="44356"/>
                  <a:pt x="163419" y="57150"/>
                  <a:pt x="147638" y="57150"/>
                </a:cubicBezTo>
                <a:cubicBezTo>
                  <a:pt x="131856" y="57150"/>
                  <a:pt x="119063" y="44356"/>
                  <a:pt x="119063" y="28575"/>
                </a:cubicBezTo>
                <a:cubicBezTo>
                  <a:pt x="119063" y="12794"/>
                  <a:pt x="131856" y="0"/>
                  <a:pt x="147638" y="0"/>
                </a:cubicBezTo>
                <a:close/>
              </a:path>
            </a:pathLst>
          </a:cu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36" name="Graphic 56">
            <a:extLst>
              <a:ext uri="{FF2B5EF4-FFF2-40B4-BE49-F238E27FC236}">
                <a16:creationId xmlns:a16="http://schemas.microsoft.com/office/drawing/2014/main" id="{1DF30189-B610-19A9-5348-A9826C287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288183" y="2209054"/>
            <a:ext cx="423010" cy="380808"/>
          </a:xfrm>
          <a:custGeom>
            <a:avLst/>
            <a:gdLst>
              <a:gd name="connsiteX0" fmla="*/ 121444 w 190546"/>
              <a:gd name="connsiteY0" fmla="*/ 114300 h 171535"/>
              <a:gd name="connsiteX1" fmla="*/ 138113 w 190546"/>
              <a:gd name="connsiteY1" fmla="*/ 130969 h 171535"/>
              <a:gd name="connsiteX2" fmla="*/ 138103 w 190546"/>
              <a:gd name="connsiteY2" fmla="*/ 140132 h 171535"/>
              <a:gd name="connsiteX3" fmla="*/ 95888 w 190546"/>
              <a:gd name="connsiteY3" fmla="*/ 171536 h 171535"/>
              <a:gd name="connsiteX4" fmla="*/ 52388 w 190546"/>
              <a:gd name="connsiteY4" fmla="*/ 140494 h 171535"/>
              <a:gd name="connsiteX5" fmla="*/ 52388 w 190546"/>
              <a:gd name="connsiteY5" fmla="*/ 130969 h 171535"/>
              <a:gd name="connsiteX6" fmla="*/ 69056 w 190546"/>
              <a:gd name="connsiteY6" fmla="*/ 114300 h 171535"/>
              <a:gd name="connsiteX7" fmla="*/ 121444 w 190546"/>
              <a:gd name="connsiteY7" fmla="*/ 114300 h 171535"/>
              <a:gd name="connsiteX8" fmla="*/ 16669 w 190546"/>
              <a:gd name="connsiteY8" fmla="*/ 66675 h 171535"/>
              <a:gd name="connsiteX9" fmla="*/ 58350 w 190546"/>
              <a:gd name="connsiteY9" fmla="*/ 66675 h 171535"/>
              <a:gd name="connsiteX10" fmla="*/ 68513 w 190546"/>
              <a:gd name="connsiteY10" fmla="*/ 103346 h 171535"/>
              <a:gd name="connsiteX11" fmla="*/ 70056 w 190546"/>
              <a:gd name="connsiteY11" fmla="*/ 104785 h 171535"/>
              <a:gd name="connsiteX12" fmla="*/ 69056 w 190546"/>
              <a:gd name="connsiteY12" fmla="*/ 104775 h 171535"/>
              <a:gd name="connsiteX13" fmla="*/ 43825 w 190546"/>
              <a:gd name="connsiteY13" fmla="*/ 123901 h 171535"/>
              <a:gd name="connsiteX14" fmla="*/ 43501 w 190546"/>
              <a:gd name="connsiteY14" fmla="*/ 123911 h 171535"/>
              <a:gd name="connsiteX15" fmla="*/ 0 w 190546"/>
              <a:gd name="connsiteY15" fmla="*/ 92869 h 171535"/>
              <a:gd name="connsiteX16" fmla="*/ 0 w 190546"/>
              <a:gd name="connsiteY16" fmla="*/ 83344 h 171535"/>
              <a:gd name="connsiteX17" fmla="*/ 16669 w 190546"/>
              <a:gd name="connsiteY17" fmla="*/ 66675 h 171535"/>
              <a:gd name="connsiteX18" fmla="*/ 173831 w 190546"/>
              <a:gd name="connsiteY18" fmla="*/ 66675 h 171535"/>
              <a:gd name="connsiteX19" fmla="*/ 190500 w 190546"/>
              <a:gd name="connsiteY19" fmla="*/ 83344 h 171535"/>
              <a:gd name="connsiteX20" fmla="*/ 190490 w 190546"/>
              <a:gd name="connsiteY20" fmla="*/ 92507 h 171535"/>
              <a:gd name="connsiteX21" fmla="*/ 148276 w 190546"/>
              <a:gd name="connsiteY21" fmla="*/ 123911 h 171535"/>
              <a:gd name="connsiteX22" fmla="*/ 146666 w 190546"/>
              <a:gd name="connsiteY22" fmla="*/ 123892 h 171535"/>
              <a:gd name="connsiteX23" fmla="*/ 123320 w 190546"/>
              <a:gd name="connsiteY23" fmla="*/ 104842 h 171535"/>
              <a:gd name="connsiteX24" fmla="*/ 121444 w 190546"/>
              <a:gd name="connsiteY24" fmla="*/ 104775 h 171535"/>
              <a:gd name="connsiteX25" fmla="*/ 120444 w 190546"/>
              <a:gd name="connsiteY25" fmla="*/ 104785 h 171535"/>
              <a:gd name="connsiteX26" fmla="*/ 132150 w 190546"/>
              <a:gd name="connsiteY26" fmla="*/ 66685 h 171535"/>
              <a:gd name="connsiteX27" fmla="*/ 173831 w 190546"/>
              <a:gd name="connsiteY27" fmla="*/ 66675 h 171535"/>
              <a:gd name="connsiteX28" fmla="*/ 95250 w 190546"/>
              <a:gd name="connsiteY28" fmla="*/ 47625 h 171535"/>
              <a:gd name="connsiteX29" fmla="*/ 123825 w 190546"/>
              <a:gd name="connsiteY29" fmla="*/ 76200 h 171535"/>
              <a:gd name="connsiteX30" fmla="*/ 95250 w 190546"/>
              <a:gd name="connsiteY30" fmla="*/ 104775 h 171535"/>
              <a:gd name="connsiteX31" fmla="*/ 66675 w 190546"/>
              <a:gd name="connsiteY31" fmla="*/ 76200 h 171535"/>
              <a:gd name="connsiteX32" fmla="*/ 95250 w 190546"/>
              <a:gd name="connsiteY32" fmla="*/ 47625 h 171535"/>
              <a:gd name="connsiteX33" fmla="*/ 42863 w 190546"/>
              <a:gd name="connsiteY33" fmla="*/ 0 h 171535"/>
              <a:gd name="connsiteX34" fmla="*/ 71438 w 190546"/>
              <a:gd name="connsiteY34" fmla="*/ 28575 h 171535"/>
              <a:gd name="connsiteX35" fmla="*/ 42863 w 190546"/>
              <a:gd name="connsiteY35" fmla="*/ 57150 h 171535"/>
              <a:gd name="connsiteX36" fmla="*/ 14288 w 190546"/>
              <a:gd name="connsiteY36" fmla="*/ 28575 h 171535"/>
              <a:gd name="connsiteX37" fmla="*/ 42863 w 190546"/>
              <a:gd name="connsiteY37" fmla="*/ 0 h 171535"/>
              <a:gd name="connsiteX38" fmla="*/ 147638 w 190546"/>
              <a:gd name="connsiteY38" fmla="*/ 0 h 171535"/>
              <a:gd name="connsiteX39" fmla="*/ 176213 w 190546"/>
              <a:gd name="connsiteY39" fmla="*/ 28575 h 171535"/>
              <a:gd name="connsiteX40" fmla="*/ 147638 w 190546"/>
              <a:gd name="connsiteY40" fmla="*/ 57150 h 171535"/>
              <a:gd name="connsiteX41" fmla="*/ 119063 w 190546"/>
              <a:gd name="connsiteY41" fmla="*/ 28575 h 171535"/>
              <a:gd name="connsiteX42" fmla="*/ 147638 w 190546"/>
              <a:gd name="connsiteY42" fmla="*/ 0 h 17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90546" h="171535">
                <a:moveTo>
                  <a:pt x="121444" y="114300"/>
                </a:moveTo>
                <a:cubicBezTo>
                  <a:pt x="130645" y="114300"/>
                  <a:pt x="138113" y="121768"/>
                  <a:pt x="138113" y="130969"/>
                </a:cubicBezTo>
                <a:lnTo>
                  <a:pt x="138103" y="140132"/>
                </a:lnTo>
                <a:cubicBezTo>
                  <a:pt x="139217" y="160992"/>
                  <a:pt x="123711" y="171536"/>
                  <a:pt x="95888" y="171536"/>
                </a:cubicBezTo>
                <a:cubicBezTo>
                  <a:pt x="68170" y="171536"/>
                  <a:pt x="52388" y="161153"/>
                  <a:pt x="52388" y="140494"/>
                </a:cubicBezTo>
                <a:lnTo>
                  <a:pt x="52388" y="130969"/>
                </a:lnTo>
                <a:cubicBezTo>
                  <a:pt x="52388" y="121768"/>
                  <a:pt x="59855" y="114300"/>
                  <a:pt x="69056" y="114300"/>
                </a:cubicBezTo>
                <a:lnTo>
                  <a:pt x="121444" y="114300"/>
                </a:lnTo>
                <a:close/>
                <a:moveTo>
                  <a:pt x="16669" y="66675"/>
                </a:moveTo>
                <a:lnTo>
                  <a:pt x="58350" y="66675"/>
                </a:lnTo>
                <a:cubicBezTo>
                  <a:pt x="54968" y="79837"/>
                  <a:pt x="58839" y="93803"/>
                  <a:pt x="68513" y="103346"/>
                </a:cubicBezTo>
                <a:lnTo>
                  <a:pt x="70056" y="104785"/>
                </a:lnTo>
                <a:lnTo>
                  <a:pt x="69056" y="104775"/>
                </a:lnTo>
                <a:cubicBezTo>
                  <a:pt x="57308" y="104771"/>
                  <a:pt x="46994" y="112589"/>
                  <a:pt x="43825" y="123901"/>
                </a:cubicBezTo>
                <a:lnTo>
                  <a:pt x="43501" y="123911"/>
                </a:lnTo>
                <a:cubicBezTo>
                  <a:pt x="15783" y="123911"/>
                  <a:pt x="0" y="113528"/>
                  <a:pt x="0" y="92869"/>
                </a:cubicBezTo>
                <a:lnTo>
                  <a:pt x="0" y="83344"/>
                </a:lnTo>
                <a:cubicBezTo>
                  <a:pt x="0" y="74143"/>
                  <a:pt x="7468" y="66675"/>
                  <a:pt x="16669" y="66675"/>
                </a:cubicBezTo>
                <a:close/>
                <a:moveTo>
                  <a:pt x="173831" y="66675"/>
                </a:moveTo>
                <a:cubicBezTo>
                  <a:pt x="183032" y="66675"/>
                  <a:pt x="190500" y="74143"/>
                  <a:pt x="190500" y="83344"/>
                </a:cubicBezTo>
                <a:lnTo>
                  <a:pt x="190490" y="92507"/>
                </a:lnTo>
                <a:cubicBezTo>
                  <a:pt x="191605" y="113367"/>
                  <a:pt x="176098" y="123911"/>
                  <a:pt x="148276" y="123911"/>
                </a:cubicBezTo>
                <a:lnTo>
                  <a:pt x="146666" y="123892"/>
                </a:lnTo>
                <a:cubicBezTo>
                  <a:pt x="143666" y="113263"/>
                  <a:pt x="134335" y="105648"/>
                  <a:pt x="123320" y="104842"/>
                </a:cubicBezTo>
                <a:lnTo>
                  <a:pt x="121444" y="104775"/>
                </a:lnTo>
                <a:lnTo>
                  <a:pt x="120444" y="104785"/>
                </a:lnTo>
                <a:cubicBezTo>
                  <a:pt x="131227" y="95314"/>
                  <a:pt x="135755" y="80576"/>
                  <a:pt x="132150" y="66685"/>
                </a:cubicBezTo>
                <a:lnTo>
                  <a:pt x="173831" y="66675"/>
                </a:lnTo>
                <a:close/>
                <a:moveTo>
                  <a:pt x="95250" y="47625"/>
                </a:moveTo>
                <a:cubicBezTo>
                  <a:pt x="111032" y="47625"/>
                  <a:pt x="123825" y="60419"/>
                  <a:pt x="123825" y="76200"/>
                </a:cubicBezTo>
                <a:cubicBezTo>
                  <a:pt x="123825" y="91982"/>
                  <a:pt x="111032" y="104775"/>
                  <a:pt x="95250" y="104775"/>
                </a:cubicBezTo>
                <a:cubicBezTo>
                  <a:pt x="79468" y="104775"/>
                  <a:pt x="66675" y="91982"/>
                  <a:pt x="66675" y="76200"/>
                </a:cubicBezTo>
                <a:cubicBezTo>
                  <a:pt x="66675" y="60419"/>
                  <a:pt x="79468" y="47625"/>
                  <a:pt x="95250" y="47625"/>
                </a:cubicBezTo>
                <a:close/>
                <a:moveTo>
                  <a:pt x="42863" y="0"/>
                </a:moveTo>
                <a:cubicBezTo>
                  <a:pt x="58644" y="0"/>
                  <a:pt x="71438" y="12794"/>
                  <a:pt x="71438" y="28575"/>
                </a:cubicBezTo>
                <a:cubicBezTo>
                  <a:pt x="71438" y="44356"/>
                  <a:pt x="58644" y="57150"/>
                  <a:pt x="42863" y="57150"/>
                </a:cubicBezTo>
                <a:cubicBezTo>
                  <a:pt x="27081" y="57150"/>
                  <a:pt x="14288" y="44356"/>
                  <a:pt x="14288" y="28575"/>
                </a:cubicBezTo>
                <a:cubicBezTo>
                  <a:pt x="14288" y="12794"/>
                  <a:pt x="27081" y="0"/>
                  <a:pt x="42863" y="0"/>
                </a:cubicBezTo>
                <a:close/>
                <a:moveTo>
                  <a:pt x="147638" y="0"/>
                </a:moveTo>
                <a:cubicBezTo>
                  <a:pt x="163419" y="0"/>
                  <a:pt x="176213" y="12794"/>
                  <a:pt x="176213" y="28575"/>
                </a:cubicBezTo>
                <a:cubicBezTo>
                  <a:pt x="176213" y="44356"/>
                  <a:pt x="163419" y="57150"/>
                  <a:pt x="147638" y="57150"/>
                </a:cubicBezTo>
                <a:cubicBezTo>
                  <a:pt x="131856" y="57150"/>
                  <a:pt x="119063" y="44356"/>
                  <a:pt x="119063" y="28575"/>
                </a:cubicBezTo>
                <a:cubicBezTo>
                  <a:pt x="119063" y="12794"/>
                  <a:pt x="131856" y="0"/>
                  <a:pt x="147638" y="0"/>
                </a:cubicBezTo>
                <a:close/>
              </a:path>
            </a:pathLst>
          </a:custGeom>
          <a:gradFill flip="none" rotWithShape="1">
            <a:gsLst>
              <a:gs pos="0">
                <a:srgbClr val="8449A9"/>
              </a:gs>
              <a:gs pos="100000">
                <a:srgbClr val="0538BB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36617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71B5-A6F1-7836-D741-31CE9F03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ilver shield with text and stars&#10;&#10;AI-generated content may be incorrect.">
            <a:extLst>
              <a:ext uri="{FF2B5EF4-FFF2-40B4-BE49-F238E27FC236}">
                <a16:creationId xmlns:a16="http://schemas.microsoft.com/office/drawing/2014/main" id="{A16A079E-5523-BCAB-266A-A79FE935FD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4" t="2514" r="4223" b="5918"/>
          <a:stretch>
            <a:fillRect/>
          </a:stretch>
        </p:blipFill>
        <p:spPr>
          <a:xfrm>
            <a:off x="10632640" y="5286375"/>
            <a:ext cx="1453587" cy="1447800"/>
          </a:xfrm>
          <a:prstGeom prst="rect">
            <a:avLst/>
          </a:prstGeom>
          <a:effectLst>
            <a:outerShdw blurRad="762000" sx="118000" sy="118000" algn="ctr" rotWithShape="0">
              <a:schemeClr val="tx1">
                <a:alpha val="7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31456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zure Master Architect Program">
  <a:themeElements>
    <a:clrScheme name="Custom 135">
      <a:dk1>
        <a:srgbClr val="091F2C"/>
      </a:dk1>
      <a:lt1>
        <a:srgbClr val="FFFFFF"/>
      </a:lt1>
      <a:dk2>
        <a:srgbClr val="2A446F"/>
      </a:dk2>
      <a:lt2>
        <a:srgbClr val="E8E6DF"/>
      </a:lt2>
      <a:accent1>
        <a:srgbClr val="8DC8E8"/>
      </a:accent1>
      <a:accent2>
        <a:srgbClr val="0078D4"/>
      </a:accent2>
      <a:accent3>
        <a:srgbClr val="C03BC4"/>
      </a:accent3>
      <a:accent4>
        <a:srgbClr val="D7D2CB"/>
      </a:accent4>
      <a:accent5>
        <a:srgbClr val="FFB900"/>
      </a:accent5>
      <a:accent6>
        <a:srgbClr val="D2D2D2"/>
      </a:accent6>
      <a:hlink>
        <a:srgbClr val="D59ED7"/>
      </a:hlink>
      <a:folHlink>
        <a:srgbClr val="D59ED7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CAPS_Start2023_16-9_Event-template.potx" id="{757FA001-178F-4700-B49C-26A3D5283787}" vid="{96849954-06DF-4C81-84E4-E0323F64AD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1342CBA-D417-4F32-A515-F1E8D4B1DE1D}">
  <we:reference id="wa200006038" version="1.0.0.3" store="en-US" storeType="OMEX"/>
  <we:alternateReferences>
    <we:reference id="wa200006038" version="1.0.0.3" store="en-US" storeType="OMEX"/>
  </we:alternateReferences>
  <we:properties>
    <we:property name="pptx_export_from_biorender" value="fals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1e79f37-1f0e-4bf7-bb3e-67cabedeea39">
      <Terms xmlns="http://schemas.microsoft.com/office/infopath/2007/PartnerControls"/>
    </lcf76f155ced4ddcb4097134ff3c332f>
    <TaxCatchAll xmlns="a96a0fda-9d77-4caa-b103-9eb7282ab7c7" xsi:nil="true"/>
    <_ip_UnifiedCompliancePolicyUIAction xmlns="http://schemas.microsoft.com/sharepoint/v3" xsi:nil="true"/>
    <IconOverlay xmlns="http://schemas.microsoft.com/sharepoint/v4" xsi:nil="true"/>
    <_ip_UnifiedCompliancePolicyProperties xmlns="http://schemas.microsoft.com/sharepoint/v3" xsi:nil="true"/>
    <_dlc_ExpireDateSaved xmlns="http://schemas.microsoft.com/sharepoint/v3" xsi:nil="true"/>
    <_dlc_ExpireDate xmlns="http://schemas.microsoft.com/sharepoint/v3">2026-01-12T03:34:14+00:00</_dlc_ExpireDate>
  </documentManagement>
</p:properties>
</file>

<file path=customXml/item2.xml><?xml version="1.0" encoding="utf-8"?>
<?mso-contentType ?>
<p:Policy xmlns:p="office.server.policy" id="" local="true">
  <p:Name>Document</p:Name>
  <p:Description/>
  <p:Statement/>
  <p:PolicyItems>
    <p:PolicyItem featureId="Microsoft.Office.RecordsManagement.PolicyFeatures.Expiration" staticId="0x01010098CF26BE9161E94EB79A57119623B6D1|-369733750" UniqueId="787e81f8-5d6e-4a2b-9781-9d79b9ec2699">
      <p:Name>Retention</p:Name>
      <p:Description>Automatic scheduling of content for processing, and performing a retention action on content that has reached its due date.</p:Description>
      <p:CustomData>
        <Schedules nextStageId="2">
          <Schedule type="Default">
            <stages>
              <data stageId="1" recur="true" offset="7" unit="days">
                <formula id="Microsoft.Office.RecordsManagement.PolicyFeatures.Expiration.Formula.BuiltIn">
                  <number>30</number>
                  <property>Modified</property>
                  <propertyId>28cf69c5-fa48-462a-b5cd-27b6f9d2bd5f</propertyId>
                  <period>days</period>
                </formula>
                <action type="action" id="Microsoft.Office.RecordsManagement.PolicyFeatures.Expiration.Action.DeletePreviousVersions"/>
              </data>
            </stages>
          </Schedule>
        </Schedules>
      </p:CustomData>
    </p:PolicyItem>
  </p:PolicyItems>
</p:Policy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CF26BE9161E94EB79A57119623B6D1" ma:contentTypeVersion="41" ma:contentTypeDescription="Create a new document." ma:contentTypeScope="" ma:versionID="2f9adfa47469579965e424a5547268a8">
  <xsd:schema xmlns:xsd="http://www.w3.org/2001/XMLSchema" xmlns:xs="http://www.w3.org/2001/XMLSchema" xmlns:p="http://schemas.microsoft.com/office/2006/metadata/properties" xmlns:ns1="http://schemas.microsoft.com/sharepoint/v3" xmlns:ns2="a96a0fda-9d77-4caa-b103-9eb7282ab7c7" xmlns:ns3="11e79f37-1f0e-4bf7-bb3e-67cabedeea39" xmlns:ns4="http://schemas.microsoft.com/sharepoint/v4" targetNamespace="http://schemas.microsoft.com/office/2006/metadata/properties" ma:root="true" ma:fieldsID="5e59fd074e0666e14ec0a40aa4220785" ns1:_="" ns2:_="" ns3:_="" ns4:_="">
    <xsd:import namespace="http://schemas.microsoft.com/sharepoint/v3"/>
    <xsd:import namespace="a96a0fda-9d77-4caa-b103-9eb7282ab7c7"/>
    <xsd:import namespace="11e79f37-1f0e-4bf7-bb3e-67cabedeea39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EventHashCode" minOccurs="0"/>
                <xsd:element ref="ns3:MediaServiceGenerationTime" minOccurs="0"/>
                <xsd:element ref="ns3:MediaServiceOCR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4:IconOverlay" minOccurs="0"/>
                <xsd:element ref="ns3:lcf76f155ced4ddcb4097134ff3c332f" minOccurs="0"/>
                <xsd:element ref="ns2:TaxCatchAll" minOccurs="0"/>
                <xsd:element ref="ns1:_dlc_Exempt" minOccurs="0"/>
                <xsd:element ref="ns1:_dlc_ExpireDateSaved" minOccurs="0"/>
                <xsd:element ref="ns1:_dlc_ExpireDate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  <xsd:element name="_dlc_Exempt" ma:index="29" nillable="true" ma:displayName="Exempt from Policy" ma:hidden="true" ma:internalName="_dlc_Exempt" ma:readOnly="true">
      <xsd:simpleType>
        <xsd:restriction base="dms:Unknown"/>
      </xsd:simpleType>
    </xsd:element>
    <xsd:element name="_dlc_ExpireDateSaved" ma:index="30" nillable="true" ma:displayName="Original Expiration Date" ma:hidden="true" ma:internalName="_dlc_ExpireDateSaved" ma:readOnly="true">
      <xsd:simpleType>
        <xsd:restriction base="dms:DateTime"/>
      </xsd:simpleType>
    </xsd:element>
    <xsd:element name="_dlc_ExpireDate" ma:index="31" nillable="true" ma:displayName="Expiration Date" ma:description="" ma:hidden="true" ma:indexed="true" ma:internalName="_dlc_ExpireDat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6a0fda-9d77-4caa-b103-9eb7282ab7c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8" nillable="true" ma:displayName="Taxonomy Catch All Column" ma:hidden="true" ma:list="{14225c2a-0f11-4912-ba07-acd5603f885b}" ma:internalName="TaxCatchAll" ma:showField="CatchAllData" ma:web="a96a0fda-9d77-4caa-b103-9eb7282ab7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e79f37-1f0e-4bf7-bb3e-67cabedeea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d6d14119-9ae9-4cc6-a406-008d392c1a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5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772DD3-90A8-4B0E-B011-70FB70144E03}">
  <ds:schemaRefs>
    <ds:schemaRef ds:uri="a96a0fda-9d77-4caa-b103-9eb7282ab7c7"/>
    <ds:schemaRef ds:uri="http://schemas.microsoft.com/sharepoint/v4"/>
    <ds:schemaRef ds:uri="http://schemas.openxmlformats.org/package/2006/metadata/core-properties"/>
    <ds:schemaRef ds:uri="http://purl.org/dc/terms/"/>
    <ds:schemaRef ds:uri="11e79f37-1f0e-4bf7-bb3e-67cabedeea3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sharepoint/v3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721C011-250E-414E-B694-B5D234F0BCB9}">
  <ds:schemaRefs>
    <ds:schemaRef ds:uri="office.server.policy"/>
  </ds:schemaRefs>
</ds:datastoreItem>
</file>

<file path=customXml/itemProps3.xml><?xml version="1.0" encoding="utf-8"?>
<ds:datastoreItem xmlns:ds="http://schemas.openxmlformats.org/officeDocument/2006/customXml" ds:itemID="{FF928D17-6B84-416E-8B8C-4DC83F673DAE}">
  <ds:schemaRefs>
    <ds:schemaRef ds:uri="11e79f37-1f0e-4bf7-bb3e-67cabedeea39"/>
    <ds:schemaRef ds:uri="a96a0fda-9d77-4caa-b103-9eb7282ab7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microsoft.com/sharepoint/v4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72E6025E-C127-4B7B-AAF2-1F0FD425C31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M&amp;O Brand-M&amp;O PPT Template-full version (2)</Template>
  <TotalTime>0</TotalTime>
  <Words>605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SemiBold</vt:lpstr>
      <vt:lpstr>Arial</vt:lpstr>
      <vt:lpstr>Segoe UI</vt:lpstr>
      <vt:lpstr>Segoe UI Semibold</vt:lpstr>
      <vt:lpstr>Wingdings</vt:lpstr>
      <vt:lpstr>Azure Master Architect Program</vt:lpstr>
      <vt:lpstr>Azure Master Architect Program</vt:lpstr>
      <vt:lpstr>AGENDA</vt:lpstr>
      <vt:lpstr>What Success Looks like?/Customer Objectives</vt:lpstr>
      <vt:lpstr>How to get there?/ Solution Details</vt:lpstr>
      <vt:lpstr>Solution Details</vt:lpstr>
      <vt:lpstr>Key Benefits and Value Delivery</vt:lpstr>
      <vt:lpstr>Next Steps</vt:lpstr>
      <vt:lpstr>PowerPoint Presentation</vt:lpstr>
    </vt:vector>
  </TitlesOfParts>
  <Manager/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name or presentation title</dc:title>
  <dc:subject/>
  <dc:creator>Jesus Rodriguez</dc:creator>
  <cp:keywords/>
  <dc:description/>
  <cp:lastModifiedBy>Etienne Sigwald</cp:lastModifiedBy>
  <cp:revision>2</cp:revision>
  <cp:lastPrinted>2023-06-08T02:44:40Z</cp:lastPrinted>
  <dcterms:created xsi:type="dcterms:W3CDTF">2023-02-17T20:44:47Z</dcterms:created>
  <dcterms:modified xsi:type="dcterms:W3CDTF">2026-05-15T12:22:53Z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b562966-c66d-4b83-aa77-49bdfed04c11_Enabled">
    <vt:lpwstr>true</vt:lpwstr>
  </property>
  <property fmtid="{D5CDD505-2E9C-101B-9397-08002B2CF9AE}" pid="3" name="MSIP_Label_cb562966-c66d-4b83-aa77-49bdfed04c11_SetDate">
    <vt:lpwstr>2022-01-25T00:15:10Z</vt:lpwstr>
  </property>
  <property fmtid="{D5CDD505-2E9C-101B-9397-08002B2CF9AE}" pid="4" name="MSIP_Label_cb562966-c66d-4b83-aa77-49bdfed04c11_Method">
    <vt:lpwstr>Standard</vt:lpwstr>
  </property>
  <property fmtid="{D5CDD505-2E9C-101B-9397-08002B2CF9AE}" pid="5" name="MSIP_Label_cb562966-c66d-4b83-aa77-49bdfed04c11_Name">
    <vt:lpwstr>Non-Confidential</vt:lpwstr>
  </property>
  <property fmtid="{D5CDD505-2E9C-101B-9397-08002B2CF9AE}" pid="6" name="MSIP_Label_cb562966-c66d-4b83-aa77-49bdfed04c11_SiteId">
    <vt:lpwstr>a57507b2-d296-4dca-a9ae-67b1484e02a9</vt:lpwstr>
  </property>
  <property fmtid="{D5CDD505-2E9C-101B-9397-08002B2CF9AE}" pid="7" name="MSIP_Label_cb562966-c66d-4b83-aa77-49bdfed04c11_ActionId">
    <vt:lpwstr>e6f19365-f68f-4bd5-8a89-b119d81b90bd</vt:lpwstr>
  </property>
  <property fmtid="{D5CDD505-2E9C-101B-9397-08002B2CF9AE}" pid="8" name="MSIP_Label_cb562966-c66d-4b83-aa77-49bdfed04c11_ContentBits">
    <vt:lpwstr>0</vt:lpwstr>
  </property>
  <property fmtid="{D5CDD505-2E9C-101B-9397-08002B2CF9AE}" pid="9" name="MediaServiceImageTags">
    <vt:lpwstr/>
  </property>
  <property fmtid="{D5CDD505-2E9C-101B-9397-08002B2CF9AE}" pid="10" name="_dlc_policyId">
    <vt:lpwstr>0x01010098CF26BE9161E94EB79A57119623B6D1|-369733750</vt:lpwstr>
  </property>
  <property fmtid="{D5CDD505-2E9C-101B-9397-08002B2CF9AE}" pid="11" name="ItemRetentionFormula">
    <vt:lpwstr>&lt;formula id="Microsoft.Office.RecordsManagement.PolicyFeatures.Expiration.Formula.BuiltIn"&gt;&lt;number&gt;30&lt;/number&gt;&lt;property&gt;Modified&lt;/property&gt;&lt;propertyId&gt;28cf69c5-fa48-462a-b5cd-27b6f9d2bd5f&lt;/propertyId&gt;&lt;period&gt;days&lt;/period&gt;&lt;/formula&gt;</vt:lpwstr>
  </property>
  <property fmtid="{D5CDD505-2E9C-101B-9397-08002B2CF9AE}" pid="12" name="ContentTypeId">
    <vt:lpwstr>0x01010098CF26BE9161E94EB79A57119623B6D1</vt:lpwstr>
  </property>
  <property fmtid="{D5CDD505-2E9C-101B-9397-08002B2CF9AE}" pid="13" name="xd_ProgID">
    <vt:lpwstr/>
  </property>
  <property fmtid="{D5CDD505-2E9C-101B-9397-08002B2CF9AE}" pid="14" name="ComplianceAssetId">
    <vt:lpwstr/>
  </property>
  <property fmtid="{D5CDD505-2E9C-101B-9397-08002B2CF9AE}" pid="15" name="TemplateUrl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  <property fmtid="{D5CDD505-2E9C-101B-9397-08002B2CF9AE}" pid="18" name="xd_Signature">
    <vt:lpwstr/>
  </property>
</Properties>
</file>