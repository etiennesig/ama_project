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media/image1.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 Id="rId7"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6014" r:id="rId5"/>
  </p:sldMasterIdLst>
  <p:notesMasterIdLst>
    <p:notesMasterId r:id="rId14"/>
  </p:notesMasterIdLst>
  <p:handoutMasterIdLst>
    <p:handoutMasterId r:id="rId15"/>
  </p:handoutMasterIdLst>
  <p:sldIdLst>
    <p:sldId id="256" r:id="rId13"/>
    <p:sldId id="257" r:id="rId12"/>
    <p:sldId id="258" r:id="rId11"/>
    <p:sldId id="259" r:id="rId10"/>
    <p:sldId id="260" r:id="rId9"/>
    <p:sldId id="261" r:id="rId8"/>
    <p:sldId id="262" r:id="rId7"/>
    <p:sldId id="263" r:id="rId6"/>
    <p:sldId id="264" r:id="rId23"/>
    <p:sldId id="265" r:id="rId24"/>
    <p:sldId id="266" r:id="rId25"/>
    <p:sldId id="267" r:id="rId26"/>
    <p:sldId id="268" r:id="rId27"/>
    <p:sldId id="269" r:id="rId28"/>
    <p:sldId id="270" r:id="rId29"/>
    <p:sldId id="271" r:id="rId30"/>
    <p:sldId id="272" r:id="rId31"/>
    <p:sldId id="273" r:id="rId32"/>
    <p:sldId id="274" r:id="rId33"/>
    <p:sldId id="275" r:id="rId34"/>
    <p:sldId id="276" r:id="rId35"/>
    <p:sldId id="277" r:id="rId36"/>
    <p:sldId id="278" r:id="rId37"/>
    <p:sldId id="279" r:id="rId38"/>
    <p:sldId id="280" r:id="rId39"/>
    <p:sldId id="281" r:id="rId40"/>
    <p:sldId id="282" r:id="rId41"/>
    <p:sldId id="283" r:id="rId42"/>
    <p:sldId id="284" r:id="rId43"/>
    <p:sldId id="285" r:id="rId44"/>
    <p:sldId id="286" r:id="rId45"/>
    <p:sldId id="287" r:id="rId46"/>
    <p:sldId id="288" r:id="rId47"/>
    <p:sldId id="289" r:id="rId48"/>
    <p:sldId id="290" r:id="rId49"/>
    <p:sldId id="291" r:id="rId50"/>
    <p:sldId id="292" r:id="rId51"/>
    <p:sldId id="293" r:id="rId52"/>
    <p:sldId id="294" r:id="rId53"/>
  </p:sldIdLst>
  <p:sldSz cx="12192000" cy="6858000"/>
  <p:notesSz cx="6858000" cy="9144000"/>
  <p:defaultTextStyle>
    <a:defPPr>
      <a:defRPr lang="en-US"/>
    </a:defPPr>
    <a:lvl1pPr marL="0" algn="l" defTabSz="914367" rtl="0" eaLnBrk="1" latinLnBrk="0" hangingPunct="1">
      <a:defRPr sz="1765" kern="1200">
        <a:solidFill>
          <a:schemeClr val="tx1"/>
        </a:solidFill>
        <a:latin typeface="+mn-lt"/>
        <a:ea typeface="+mn-ea"/>
        <a:cs typeface="+mn-cs"/>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64347931-4479-4308-813A-E5779D134AD7}">
          <p14:sldIdLst>
            <p14:sldId id="269"/>
            <p14:sldId id="266"/>
            <p14:sldId id="267"/>
            <p14:sldId id="272"/>
            <p14:sldId id="277"/>
            <p14:sldId id="274"/>
            <p14:sldId id="278"/>
            <p14:sldId id="275"/>
          </p14:sldIdLst>
        </p14:section>
      </p14:section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13417B06-CA9A-6B04-1F8A-6EBE196E9847}" name="Paige Cabianca" initials="PC" userId="S::PCabianca@audienz.com::27b579fd-5cc6-4813-aade-39395522f3ec" providerId="AD"/>
  <p188:author id="{11FA0B32-7E6A-ACEF-B08A-52032B3644FE}" name="Shivangi Upadhyay" initials="SU" userId="S::v-shupadhyay@microsoft.com::91abecf0-9c1e-4849-a938-538b00dbc24d" providerId="AD"/>
  <p188:author id="{F14BE356-2244-D1D3-BCE6-1AD59D616C4D}" name="Sommer Serie" initials="SS" userId="S::sommers@microsoft.com::acee1493-9eed-423c-9a90-67515cce0a36" providerId="AD"/>
  <p188:author id="{0CBA9C5D-7356-BAC8-BE6E-3CDC333BBE26}" name="Shivi  Upadhyay" initials="SU" userId="S::shivi@audienz.com::708d2862-6512-4e93-ae1a-6f44f6fee39b" providerId="AD"/>
  <p188:author id="{78C23171-34A0-4275-170D-F87C123C7177}" name="Eric Kjome" initials="EK" userId="S::Eric@audienz.com::8bc786d3-f8e8-40fd-ab09-3785ea9f8118" providerId="AD"/>
  <p188:author id="{36DE5974-3758-51B9-AF66-D3418123C89A}" name="Chris Holt" initials="CH" userId="S::chris@audienz.com::a1804d0e-8bfb-42cb-9ad0-b6e044b779a2" providerId="AD"/>
  <p188:author id="{AE64C5A7-9EC0-2997-8582-DB608637CAAD}" name="Paul Wise" initials="PW" userId="S::paulwise@microsoft.com::1e5259a3-d92e-48e7-9f96-43b612e23109" providerId="AD"/>
  <p188:author id="{E17E32BA-B717-F8E2-99AB-03184040F76C}" name="Paige Cabianca" initials="PC" userId="S::pcabianca@audienz.com::27b579fd-5cc6-4813-aade-39395522f3ec" providerId="AD"/>
  <p188:author id="{9DFCAED2-AAA7-D64C-9C6F-FC36BF7A8582}" name="India McGill" initials="IM" userId="S::indiam@microsoft.com::cf1fdfd3-8fa0-400e-a698-3a6e5da40047" providerId="AD"/>
  <p188:author id="{C6D9BCE3-6A3A-F16F-FB1D-152E8D000526}" name="Jessy Rodriguez" initials="" userId="S::jessyr@thechannelcompany.com::be58406e-57ea-4c17-b94d-e08afaed1cd3" providerId="AD"/>
  <p188:author id="{9BF2B4F3-FFF5-2602-20DB-AE1DDA3E3060}" name="Markus Nitschke" initials="MN" userId="S::mnitschk@microsoft.com::00e3a6c1-be90-4832-afc1-934d12cea8b9"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5" name="Author" initials="A" lastIdx="0" clrIdx="5"/>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91F2C"/>
    <a:srgbClr val="0538BB"/>
    <a:srgbClr val="8449A9"/>
    <a:srgbClr val="0078D4"/>
    <a:srgbClr val="FAFAFA"/>
    <a:srgbClr val="1579FF"/>
    <a:srgbClr val="005FA9"/>
    <a:srgbClr val="C9EDC9"/>
    <a:srgbClr val="F2F2F2"/>
    <a:srgbClr val="504F4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5958A23-D195-44A8-98E0-DF277A6F1D7F}" v="2" dt="2026-04-29T04:16:05.417"/>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08FB837D-C827-4EFA-A057-4D05807E0F7C}" styleName="Themed Style 1 - Accent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41" d="100"/>
          <a:sy n="141" d="100"/>
        </p:scale>
        <p:origin x="102" y="282"/>
      </p:cViewPr>
      <p:guideLst/>
    </p:cSldViewPr>
  </p:slideViewPr>
  <p:notesTextViewPr>
    <p:cViewPr>
      <p:scale>
        <a:sx n="1" d="1"/>
        <a:sy n="1" d="1"/>
      </p:scale>
      <p:origin x="0" y="0"/>
    </p:cViewPr>
  </p:notesTextViewPr>
  <p:notesViewPr>
    <p:cSldViewPr snapToGrid="0">
      <p:cViewPr>
        <p:scale>
          <a:sx n="1" d="2"/>
          <a:sy n="1" d="2"/>
        </p:scale>
        <p:origin x="0" y="0"/>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customXml" Target="../customXml/item4.xml"/><Relationship Id="rId5" Type="http://schemas.openxmlformats.org/officeDocument/2006/relationships/slideMaster" Target="slideMasters/slideMaster1.xml"/><Relationship Id="rId6" Type="http://schemas.openxmlformats.org/officeDocument/2006/relationships/slide" Target="slides/slide8.xml"/><Relationship Id="rId7" Type="http://schemas.openxmlformats.org/officeDocument/2006/relationships/slide" Target="slides/slide7.xml"/><Relationship Id="rId8" Type="http://schemas.openxmlformats.org/officeDocument/2006/relationships/slide" Target="slides/slide6.xml"/><Relationship Id="rId9" Type="http://schemas.openxmlformats.org/officeDocument/2006/relationships/slide" Target="slides/slide5.xml"/><Relationship Id="rId10" Type="http://schemas.openxmlformats.org/officeDocument/2006/relationships/slide" Target="slides/slide4.xml"/><Relationship Id="rId11" Type="http://schemas.openxmlformats.org/officeDocument/2006/relationships/slide" Target="slides/slide3.xml"/><Relationship Id="rId12" Type="http://schemas.openxmlformats.org/officeDocument/2006/relationships/slide" Target="slides/slide2.xml"/><Relationship Id="rId13" Type="http://schemas.openxmlformats.org/officeDocument/2006/relationships/slide" Target="slides/slide1.xml"/><Relationship Id="rId14" Type="http://schemas.openxmlformats.org/officeDocument/2006/relationships/notesMaster" Target="notesMasters/notesMaster1.xml"/><Relationship Id="rId15" Type="http://schemas.openxmlformats.org/officeDocument/2006/relationships/handoutMaster" Target="handoutMasters/handoutMaster1.xml"/><Relationship Id="rId16" Type="http://schemas.openxmlformats.org/officeDocument/2006/relationships/commentAuthors" Target="commentAuthors.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 Id="rId21" Type="http://schemas.microsoft.com/office/2015/10/relationships/revisionInfo" Target="revisionInfo.xml"/><Relationship Id="rId22" Type="http://schemas.microsoft.com/office/2018/10/relationships/authors" Target="authors.xml"/><Relationship Id="rId23" Type="http://schemas.openxmlformats.org/officeDocument/2006/relationships/slide" Target="slides/slide9.xml"/><Relationship Id="rId24" Type="http://schemas.openxmlformats.org/officeDocument/2006/relationships/slide" Target="slides/slide10.xml"/><Relationship Id="rId25" Type="http://schemas.openxmlformats.org/officeDocument/2006/relationships/slide" Target="slides/slide11.xml"/><Relationship Id="rId26" Type="http://schemas.openxmlformats.org/officeDocument/2006/relationships/slide" Target="slides/slide12.xml"/><Relationship Id="rId27" Type="http://schemas.openxmlformats.org/officeDocument/2006/relationships/slide" Target="slides/slide13.xml"/><Relationship Id="rId28" Type="http://schemas.openxmlformats.org/officeDocument/2006/relationships/slide" Target="slides/slide14.xml"/><Relationship Id="rId29" Type="http://schemas.openxmlformats.org/officeDocument/2006/relationships/slide" Target="slides/slide15.xml"/><Relationship Id="rId30" Type="http://schemas.openxmlformats.org/officeDocument/2006/relationships/slide" Target="slides/slide16.xml"/><Relationship Id="rId31" Type="http://schemas.openxmlformats.org/officeDocument/2006/relationships/slide" Target="slides/slide17.xml"/><Relationship Id="rId32" Type="http://schemas.openxmlformats.org/officeDocument/2006/relationships/slide" Target="slides/slide18.xml"/><Relationship Id="rId33" Type="http://schemas.openxmlformats.org/officeDocument/2006/relationships/slide" Target="slides/slide19.xml"/><Relationship Id="rId34" Type="http://schemas.openxmlformats.org/officeDocument/2006/relationships/slide" Target="slides/slide20.xml"/><Relationship Id="rId35" Type="http://schemas.openxmlformats.org/officeDocument/2006/relationships/slide" Target="slides/slide21.xml"/><Relationship Id="rId36" Type="http://schemas.openxmlformats.org/officeDocument/2006/relationships/slide" Target="slides/slide22.xml"/><Relationship Id="rId37" Type="http://schemas.openxmlformats.org/officeDocument/2006/relationships/slide" Target="slides/slide23.xml"/><Relationship Id="rId38" Type="http://schemas.openxmlformats.org/officeDocument/2006/relationships/slide" Target="slides/slide24.xml"/><Relationship Id="rId39" Type="http://schemas.openxmlformats.org/officeDocument/2006/relationships/slide" Target="slides/slide25.xml"/><Relationship Id="rId40" Type="http://schemas.openxmlformats.org/officeDocument/2006/relationships/slide" Target="slides/slide26.xml"/><Relationship Id="rId41" Type="http://schemas.openxmlformats.org/officeDocument/2006/relationships/slide" Target="slides/slide27.xml"/><Relationship Id="rId42" Type="http://schemas.openxmlformats.org/officeDocument/2006/relationships/slide" Target="slides/slide28.xml"/><Relationship Id="rId43" Type="http://schemas.openxmlformats.org/officeDocument/2006/relationships/slide" Target="slides/slide29.xml"/><Relationship Id="rId44" Type="http://schemas.openxmlformats.org/officeDocument/2006/relationships/slide" Target="slides/slide30.xml"/><Relationship Id="rId45" Type="http://schemas.openxmlformats.org/officeDocument/2006/relationships/slide" Target="slides/slide31.xml"/><Relationship Id="rId46" Type="http://schemas.openxmlformats.org/officeDocument/2006/relationships/slide" Target="slides/slide32.xml"/><Relationship Id="rId47" Type="http://schemas.openxmlformats.org/officeDocument/2006/relationships/slide" Target="slides/slide33.xml"/><Relationship Id="rId48" Type="http://schemas.openxmlformats.org/officeDocument/2006/relationships/slide" Target="slides/slide34.xml"/><Relationship Id="rId49" Type="http://schemas.openxmlformats.org/officeDocument/2006/relationships/slide" Target="slides/slide35.xml"/><Relationship Id="rId50" Type="http://schemas.openxmlformats.org/officeDocument/2006/relationships/slide" Target="slides/slide36.xml"/><Relationship Id="rId51" Type="http://schemas.openxmlformats.org/officeDocument/2006/relationships/slide" Target="slides/slide37.xml"/><Relationship Id="rId52" Type="http://schemas.openxmlformats.org/officeDocument/2006/relationships/slide" Target="slides/slide38.xml"/><Relationship Id="rId53" Type="http://schemas.openxmlformats.org/officeDocument/2006/relationships/slide" Target="slides/slide39.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6" name="Header Placeholder 5"/>
          <p:cNvSpPr>
            <a:spLocks noGrp="1"/>
          </p:cNvSpPr>
          <p:nvPr>
            <p:ph type="hdr" sz="quarter"/>
          </p:nvPr>
        </p:nvSpPr>
        <p:spPr>
          <a:xfrm>
            <a:off x="0" y="-11574"/>
            <a:ext cx="2971800" cy="457200"/>
          </a:xfrm>
          <a:prstGeom prst="rect">
            <a:avLst/>
          </a:prstGeom>
        </p:spPr>
        <p:txBody>
          <a:bodyPr vert="horz" lIns="91440" tIns="45720" rIns="91440" bIns="45720" rtlCol="0"/>
          <a:lstStyle>
            <a:lvl1pPr algn="l">
              <a:defRPr sz="1200"/>
            </a:lvl1pPr>
          </a:lstStyle>
          <a:p>
            <a:endParaRPr lang="en-US">
              <a:latin typeface="Segoe UI" pitchFamily="34" charset="0"/>
            </a:endParaRPr>
          </a:p>
        </p:txBody>
      </p:sp>
      <p:sp>
        <p:nvSpPr>
          <p:cNvPr id="7" name="Date Placeholder 6"/>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460F9EC6-89FF-47E1-8594-1A32E3B45134}" type="datetime8">
              <a:rPr lang="en-US" smtClean="0">
                <a:latin typeface="Segoe UI" pitchFamily="34" charset="0"/>
              </a:rPr>
              <a:t>5/15/2026 2:22 PM</a:t>
            </a:fld>
            <a:endParaRPr lang="en-US">
              <a:latin typeface="Segoe UI" pitchFamily="34" charset="0"/>
            </a:endParaRPr>
          </a:p>
        </p:txBody>
      </p:sp>
      <p:sp>
        <p:nvSpPr>
          <p:cNvPr id="8" name="Footer Placeholder 7"/>
          <p:cNvSpPr>
            <a:spLocks noGrp="1"/>
          </p:cNvSpPr>
          <p:nvPr>
            <p:ph type="ftr" sz="quarter" idx="2"/>
          </p:nvPr>
        </p:nvSpPr>
        <p:spPr>
          <a:xfrm>
            <a:off x="0" y="8685213"/>
            <a:ext cx="5795010" cy="332434"/>
          </a:xfrm>
          <a:prstGeom prst="rect">
            <a:avLst/>
          </a:prstGeom>
        </p:spPr>
        <p:txBody>
          <a:bodyPr vert="horz" lIns="91440" tIns="45720" rIns="91440" bIns="45720" rtlCol="0" anchor="b"/>
          <a:lstStyle>
            <a:lvl1pPr algn="l">
              <a:defRPr sz="1200"/>
            </a:lvl1pPr>
          </a:lstStyle>
          <a:p>
            <a:pPr marL="398463" defTabSz="914099" eaLnBrk="0" hangingPunct="0"/>
            <a:r>
              <a:rPr lang="en-US" sz="400">
                <a:gradFill>
                  <a:gsLst>
                    <a:gs pos="0">
                      <a:schemeClr val="tx1"/>
                    </a:gs>
                    <a:gs pos="100000">
                      <a:schemeClr val="tx1"/>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9" name="Slide Number Placeholder 8"/>
          <p:cNvSpPr>
            <a:spLocks noGrp="1"/>
          </p:cNvSpPr>
          <p:nvPr>
            <p:ph type="sldNum" sz="quarter" idx="3"/>
          </p:nvPr>
        </p:nvSpPr>
        <p:spPr>
          <a:xfrm>
            <a:off x="5783579" y="8685213"/>
            <a:ext cx="1072833" cy="457200"/>
          </a:xfrm>
          <a:prstGeom prst="rect">
            <a:avLst/>
          </a:prstGeom>
        </p:spPr>
        <p:txBody>
          <a:bodyPr vert="horz" lIns="91440" tIns="45720" rIns="91440" bIns="45720" rtlCol="0" anchor="b"/>
          <a:lstStyle>
            <a:lvl1pPr algn="r">
              <a:defRPr sz="1200"/>
            </a:lvl1pPr>
          </a:lstStyle>
          <a:p>
            <a:fld id="{0EC9E9D6-92A0-482B-A603-C9BA7FFB8190}" type="slidenum">
              <a:rPr lang="en-US" smtClean="0">
                <a:latin typeface="Segoe UI" pitchFamily="34" charset="0"/>
              </a:rPr>
              <a:t>‹#›</a:t>
            </a:fld>
            <a:endParaRPr lang="en-US">
              <a:latin typeface="Segoe UI" pitchFamily="34" charset="0"/>
            </a:endParaRPr>
          </a:p>
        </p:txBody>
      </p:sp>
    </p:spTree>
    <p:extLst>
      <p:ext uri="{BB962C8B-B14F-4D97-AF65-F5344CB8AC3E}">
        <p14:creationId xmlns:p14="http://schemas.microsoft.com/office/powerpoint/2010/main" val="3904595630"/>
      </p:ext>
    </p:extLst>
  </p:cSld>
  <p:clrMap bg1="lt1" tx1="dk1" bg2="lt2" tx2="dk2" accent1="accent1" accent2="accent2" accent3="accent3" accent4="accent4" accent5="accent5" accent6="accent6" hlink="hlink" folHlink="folHlink"/>
  <p:hf/>
  <p:extLst>
    <p:ext uri="{56416CCD-93CA-4268-BC5B-53C4BB910035}">
      <p15:sldGuideLst xmlns:p15="http://schemas.microsoft.com/office/powerpoint/2012/main">
        <p15:guide id="1" orient="horz" pos="2880" userDrawn="1">
          <p15:clr>
            <a:srgbClr val="F26B43"/>
          </p15:clr>
        </p15:guide>
        <p15:guide id="2" pos="2160"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8" name="Header Placeholder 7"/>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atin typeface="Segoe UI" pitchFamily="34" charset="0"/>
              </a:defRPr>
            </a:lvl1pPr>
          </a:lstStyle>
          <a:p>
            <a:endParaRPr lang="en-US"/>
          </a:p>
        </p:txBody>
      </p:sp>
      <p:sp>
        <p:nvSpPr>
          <p:cNvPr id="9" name="Slide Image Placeholder 8"/>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10" name="Footer Placeholder 9"/>
          <p:cNvSpPr>
            <a:spLocks noGrp="1"/>
          </p:cNvSpPr>
          <p:nvPr>
            <p:ph type="ftr" sz="quarter" idx="4"/>
          </p:nvPr>
        </p:nvSpPr>
        <p:spPr>
          <a:xfrm>
            <a:off x="0" y="8686800"/>
            <a:ext cx="5920740" cy="355964"/>
          </a:xfrm>
          <a:prstGeom prst="rect">
            <a:avLst/>
          </a:prstGeom>
        </p:spPr>
        <p:txBody>
          <a:bodyPr vert="horz" lIns="91440" tIns="45720" rIns="91440" bIns="45720" rtlCol="0" anchor="b"/>
          <a:lstStyle>
            <a:lvl1pPr marL="571500" indent="0" algn="l">
              <a:defRPr sz="1200"/>
            </a:lvl1p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11" name="Date Placeholder 10"/>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atin typeface="Segoe UI" pitchFamily="34" charset="0"/>
              </a:defRPr>
            </a:lvl1pPr>
          </a:lstStyle>
          <a:p>
            <a:fld id="{386CE63F-9E7F-4C04-9D0D-FCA25A8E9E86}" type="datetime8">
              <a:rPr lang="en-US" smtClean="0"/>
              <a:t>5/13/2026 4:34 PM</a:t>
            </a:fld>
            <a:endParaRPr lang="en-US"/>
          </a:p>
        </p:txBody>
      </p:sp>
      <p:sp>
        <p:nvSpPr>
          <p:cNvPr id="12" name="Notes Placeholder 11"/>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Slide Number Placeholder 12"/>
          <p:cNvSpPr>
            <a:spLocks noGrp="1"/>
          </p:cNvSpPr>
          <p:nvPr>
            <p:ph type="sldNum" sz="quarter" idx="5"/>
          </p:nvPr>
        </p:nvSpPr>
        <p:spPr>
          <a:xfrm>
            <a:off x="5909309" y="8685213"/>
            <a:ext cx="947103" cy="457200"/>
          </a:xfrm>
          <a:prstGeom prst="rect">
            <a:avLst/>
          </a:prstGeom>
        </p:spPr>
        <p:txBody>
          <a:bodyPr vert="horz" lIns="91440" tIns="45720" rIns="91440" bIns="45720" rtlCol="0" anchor="b"/>
          <a:lstStyle>
            <a:lvl1pPr algn="r">
              <a:defRPr sz="1200">
                <a:latin typeface="Segoe UI" pitchFamily="34" charset="0"/>
              </a:defRPr>
            </a:lvl1pPr>
          </a:lstStyle>
          <a:p>
            <a:fld id="{B4008EB6-D09E-4580-8CD6-DDB14511944F}" type="slidenum">
              <a:rPr lang="en-US" smtClean="0"/>
              <a:pPr/>
              <a:t>‹#›</a:t>
            </a:fld>
            <a:endParaRPr lang="en-US"/>
          </a:p>
        </p:txBody>
      </p:sp>
    </p:spTree>
    <p:extLst>
      <p:ext uri="{BB962C8B-B14F-4D97-AF65-F5344CB8AC3E}">
        <p14:creationId xmlns:p14="http://schemas.microsoft.com/office/powerpoint/2010/main" val="2624648265"/>
      </p:ext>
    </p:extLst>
  </p:cSld>
  <p:clrMap bg1="lt1" tx1="dk1" bg2="lt2" tx2="dk2" accent1="accent1" accent2="accent2" accent3="accent3" accent4="accent4" accent5="accent5" accent6="accent6" hlink="hlink" folHlink="folHlink"/>
  <p:hf/>
  <p:notesStyle>
    <a:lvl1pPr marL="0" algn="l" defTabSz="914367" rtl="0" eaLnBrk="1" latinLnBrk="0" hangingPunct="1">
      <a:lnSpc>
        <a:spcPct val="90000"/>
      </a:lnSpc>
      <a:spcAft>
        <a:spcPts val="333"/>
      </a:spcAft>
      <a:defRPr sz="882" kern="1200">
        <a:solidFill>
          <a:schemeClr val="tx1"/>
        </a:solidFill>
        <a:latin typeface="Segoe UI" panose="020B0502040204020203" pitchFamily="34" charset="0"/>
        <a:ea typeface="+mn-ea"/>
        <a:cs typeface="+mn-cs"/>
      </a:defRPr>
    </a:lvl1pPr>
    <a:lvl2pPr marL="212982" indent="-105829" algn="l" defTabSz="914367" rtl="0" eaLnBrk="1" latinLnBrk="0" hangingPunct="1">
      <a:lnSpc>
        <a:spcPct val="90000"/>
      </a:lnSpc>
      <a:spcAft>
        <a:spcPts val="333"/>
      </a:spcAft>
      <a:buFont typeface="Arial" pitchFamily="34" charset="0"/>
      <a:buChar char="•"/>
      <a:defRPr sz="882" kern="1200">
        <a:solidFill>
          <a:schemeClr val="tx1"/>
        </a:solidFill>
        <a:latin typeface="Segoe UI" panose="020B0502040204020203" pitchFamily="34" charset="0"/>
        <a:ea typeface="+mn-ea"/>
        <a:cs typeface="+mn-cs"/>
      </a:defRPr>
    </a:lvl2pPr>
    <a:lvl3pPr marL="328071" indent="-115090" algn="l" defTabSz="914367" rtl="0" eaLnBrk="1" latinLnBrk="0" hangingPunct="1">
      <a:lnSpc>
        <a:spcPct val="90000"/>
      </a:lnSpc>
      <a:spcAft>
        <a:spcPts val="333"/>
      </a:spcAft>
      <a:buFont typeface="Arial" pitchFamily="34" charset="0"/>
      <a:buChar char="•"/>
      <a:defRPr sz="882" kern="1200">
        <a:solidFill>
          <a:schemeClr val="tx1"/>
        </a:solidFill>
        <a:latin typeface="Segoe UI" panose="020B0502040204020203" pitchFamily="34" charset="0"/>
        <a:ea typeface="+mn-ea"/>
        <a:cs typeface="+mn-cs"/>
      </a:defRPr>
    </a:lvl3pPr>
    <a:lvl4pPr marL="482848" indent="-146838" algn="l" defTabSz="914367" rtl="0" eaLnBrk="1" latinLnBrk="0" hangingPunct="1">
      <a:lnSpc>
        <a:spcPct val="90000"/>
      </a:lnSpc>
      <a:spcAft>
        <a:spcPts val="333"/>
      </a:spcAft>
      <a:buFont typeface="Arial" pitchFamily="34" charset="0"/>
      <a:buChar char="•"/>
      <a:defRPr sz="882" kern="1200">
        <a:solidFill>
          <a:schemeClr val="tx1"/>
        </a:solidFill>
        <a:latin typeface="Segoe UI" panose="020B0502040204020203" pitchFamily="34" charset="0"/>
        <a:ea typeface="+mn-ea"/>
        <a:cs typeface="+mn-cs"/>
      </a:defRPr>
    </a:lvl4pPr>
    <a:lvl5pPr marL="615134" indent="-115090" algn="l" defTabSz="914367" rtl="0" eaLnBrk="1" latinLnBrk="0" hangingPunct="1">
      <a:lnSpc>
        <a:spcPct val="90000"/>
      </a:lnSpc>
      <a:spcAft>
        <a:spcPts val="333"/>
      </a:spcAft>
      <a:buFont typeface="Arial" pitchFamily="34" charset="0"/>
      <a:buChar char="•"/>
      <a:defRPr sz="882" kern="1200">
        <a:solidFill>
          <a:schemeClr val="tx1"/>
        </a:solidFill>
        <a:latin typeface="Segoe UI" panose="020B0502040204020203" pitchFamily="34" charset="0"/>
        <a:ea typeface="+mn-ea"/>
        <a:cs typeface="+mn-cs"/>
      </a:defRPr>
    </a:lvl5pPr>
    <a:lvl6pPr marL="2285918" algn="l" defTabSz="914367" rtl="0" eaLnBrk="1" latinLnBrk="0" hangingPunct="1">
      <a:defRPr sz="1176" kern="1200">
        <a:solidFill>
          <a:schemeClr val="tx1"/>
        </a:solidFill>
        <a:latin typeface="+mn-lt"/>
        <a:ea typeface="+mn-ea"/>
        <a:cs typeface="+mn-cs"/>
      </a:defRPr>
    </a:lvl6pPr>
    <a:lvl7pPr marL="2743101" algn="l" defTabSz="914367" rtl="0" eaLnBrk="1" latinLnBrk="0" hangingPunct="1">
      <a:defRPr sz="1176" kern="1200">
        <a:solidFill>
          <a:schemeClr val="tx1"/>
        </a:solidFill>
        <a:latin typeface="+mn-lt"/>
        <a:ea typeface="+mn-ea"/>
        <a:cs typeface="+mn-cs"/>
      </a:defRPr>
    </a:lvl7pPr>
    <a:lvl8pPr marL="3200284" algn="l" defTabSz="914367" rtl="0" eaLnBrk="1" latinLnBrk="0" hangingPunct="1">
      <a:defRPr sz="1176" kern="1200">
        <a:solidFill>
          <a:schemeClr val="tx1"/>
        </a:solidFill>
        <a:latin typeface="+mn-lt"/>
        <a:ea typeface="+mn-ea"/>
        <a:cs typeface="+mn-cs"/>
      </a:defRPr>
    </a:lvl8pPr>
    <a:lvl9pPr marL="3657469" algn="l" defTabSz="914367" rtl="0" eaLnBrk="1" latinLnBrk="0" hangingPunct="1">
      <a:defRPr sz="1176" kern="1200">
        <a:solidFill>
          <a:schemeClr val="tx1"/>
        </a:solidFill>
        <a:latin typeface="+mn-lt"/>
        <a:ea typeface="+mn-ea"/>
        <a:cs typeface="+mn-cs"/>
      </a:defRPr>
    </a:lvl9pPr>
  </p:notesStyle>
  <p:extLst>
    <p:ext uri="{620B2872-D7B9-4A21-9093-7833F8D536E1}">
      <p15:sldGuideLst xmlns:p15="http://schemas.microsoft.com/office/powerpoint/2012/main">
        <p15:guide id="1" orient="horz" pos="2880" userDrawn="1">
          <p15:clr>
            <a:srgbClr val="F26B43"/>
          </p15:clr>
        </p15:guide>
        <p15:guide id="2" pos="2160" userDrawn="1">
          <p15:clr>
            <a:srgbClr val="F26B43"/>
          </p15:clr>
        </p15:guide>
      </p15:sldGuideLst>
    </p:ext>
  </p:extLst>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Bonjour. 4,1 millions d'enfants nous regardent — c'est le seul chiffre qui compte. En vingt slides et sept minutes de démo, je vous montre comment on tient *trois* promesses qu'on entend toujours opposer : personnaliser, protéger la vie privée des mineurs, et rester européen de bout en bout. Pas un slideware : une slice réellement déployée sur Azure West Europe.</a:t>
            </a:r>
          </a:p>
          <a:p/>
          <a:p>
            <a:r>
              <a:t>---</a:t>
            </a:r>
          </a:p>
          <a:p>
            <a:r>
              <a:t>CXO focus: All</a:t>
            </a:r>
          </a:p>
          <a:p>
            <a:r>
              <a:t>Visual: Full-bleed navy gradient with soft orange/teal orbs. Single huge headline, italic sub.</a:t>
            </a:r>
          </a:p>
          <a:p>
            <a:r>
              <a:t>Source refs: Subject/case-study-33-edtech-personalised-learning.md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vous ne reteniez qu'une slide, ce serait celle-ci. Quatre chiffres, un contrat, zéro excuse. Quatre millions cent mille apprenants concernés. Vingt-six points d'écart de résultats fermés en douze mois. Quarante-cinq pour cent de temps administratif rendu aux enseignants. Et cent pour cent de conformité — GDPR Article 8 et AI Act marquage CE — en permanence. Le reste du deck décline chacun de ces chiffres pour le CXO concerné, et les annexes sont là pour le débat. Le board est sollicité sur trois décisions à la slide 21 : mandat DPIA, budget Phase 0, président du Conseil RAI.</a:t>
            </a:r>
          </a:p>
          <a:p/>
          <a:p>
            <a:r>
              <a:t>---</a:t>
            </a:r>
          </a:p>
          <a:p>
            <a:r>
              <a:t>CXO focus: CEO · CFO · CRO</a:t>
            </a:r>
          </a:p>
          <a:p>
            <a:r>
              <a:t>Visual: 2×2 grid of huge editable stat tiles in orange/teal/navy/green.</a:t>
            </a:r>
          </a:p>
          <a:p>
            <a:r>
              <a:t>Source refs: plan/00-program-charter.md · plan/05-kpis-outcomes.md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Quarante points d'écart entre nos meilleures et nos moins bonnes écoles — sur exactement le même contenu. Ce n'est pas un problème de qualité du contenu. C'est un problème de livraison : la même phrase rencontre un enfant prêt à l'entendre dans une école, et un enfant pas prêt dans l'autre. La personnalisation, c'est précisément refuser cette fatalité.</a:t>
            </a:r>
          </a:p>
          <a:p/>
          <a:p>
            <a:r>
              <a:t>---</a:t>
            </a:r>
          </a:p>
          <a:p>
            <a:r>
              <a:t>CXO focus: CEO · COO · CMO</a:t>
            </a:r>
          </a:p>
          <a:p>
            <a:r>
              <a:t>Source refs: Subject/case-study-33-edtech-personalised-learning.md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Notre thèse en une phrase. À partir de 2027, les ministères européens n'achèteront que de l'IA éducative résidente UE et conforme à l'AI Act. Aujourd'hui, personne ne coche les deux cases. La conformité n'est pas un coût : c'est l'asset de vente. Fenêtre : 18 à 24 mois.</a:t>
            </a:r>
          </a:p>
          <a:p/>
          <a:p>
            <a:r>
              <a:t>---</a:t>
            </a:r>
          </a:p>
          <a:p>
            <a:r>
              <a:t>CXO focus: CEO · CSO · CAIO</a:t>
            </a:r>
          </a:p>
          <a:p>
            <a:r>
              <a:t>Source refs: plan/00-program-charter.md · plan/04-compliance-eu-ai-act-gdpr.md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Quatre chiffres tirés mot pour mot du case study. Moins 26 % d'écart de résultats. Moins 45 % de temps administratif enseignant. Localisation passée de 12 mois à 6 semaines. Et 100 % de conformité GDPR Article 8, en permanence. Pas de chiffre inventé pour le board. Et chaque mois, je rapporte la trajectoire — pas seulement en fin de programme.</a:t>
            </a:r>
          </a:p>
          <a:p/>
          <a:p>
            <a:r>
              <a:t>---</a:t>
            </a:r>
          </a:p>
          <a:p>
            <a:r>
              <a:t>CXO focus: CEO · CFO · COO</a:t>
            </a:r>
          </a:p>
          <a:p>
            <a:r>
              <a:t>Source refs: Subject/case-study-33-edtech-personalised-learning.md · plan/05-kpis-outcomes.md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Cinquante-cinq millions d'euros de valeur annuelle au régime de croisière, sur trois marchés. Décomposition : 28 millions de productivité enseignante (−45 % d'admin × 120 000 enseignants × 15 € de l'heure), 18 millions d'ARR incrémentale liée à l'entrée plus rapide dans les marchés, 9 millions de rétention liée à la baisse de l'écart de résultats. Face à un investissement de 18 à 22 millions, payback sous 24 mois. Détail dans l'annexe A11.</a:t>
            </a:r>
          </a:p>
          <a:p/>
          <a:p>
            <a:r>
              <a:t>---</a:t>
            </a:r>
          </a:p>
          <a:p>
            <a:r>
              <a:t>CXO focus: CFO · CEO</a:t>
            </a:r>
          </a:p>
          <a:p>
            <a:r>
              <a:t>Source refs: plan/05-kpis-outcomes.md · plan/01-phases-roadmap.md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Trois personas, trois gains chiffrés. Lucas — un élève de 12 ans en Allemagne — reçoit du contenu calibré sur sa zone de progression maximale. Mr Klein récupère 45 % de son temps administratif et garde la main : chaque suggestion IA est explicable et révocable. Sophie, sa mère, a un portail dans sa langue avec les contrôles GDPR Article 8 en hero. On verra les trois en démo dans dix minutes.</a:t>
            </a:r>
          </a:p>
          <a:p/>
          <a:p>
            <a:r>
              <a:t>---</a:t>
            </a:r>
          </a:p>
          <a:p>
            <a:r>
              <a:t>CXO focus: CXO · CMO · CHRO</a:t>
            </a:r>
          </a:p>
          <a:p>
            <a:r>
              <a:t>Source refs: demo/DEMO-STORYTELLING.md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solution en une slide pour le board. Trois capacités IA assises sur huit services Azure, tous déployés en région EU. Le détail architectural est en annexe A1, A2, A3 — je le déplie sur demande. Le point clé pour le CIO et le CTO : la donnée mineur ne quitte par défaut **pas** l'appareil. L'inférence du modèle adaptatif tourne en ONNX dans le navigateur ; l'entraînement se fait en fédéré, avec différentielle privacy, et l'agrégation utilise du Confidential Computing. C'est ce qui rend la conformité GDPR Article 8 tenable à grande échelle.</a:t>
            </a:r>
          </a:p>
          <a:p/>
          <a:p>
            <a:r>
              <a:t>---</a:t>
            </a:r>
          </a:p>
          <a:p>
            <a:r>
              <a:t>CXO focus: CIO · CTO · CEO</a:t>
            </a:r>
          </a:p>
          <a:p>
            <a:r>
              <a:t>Visual: 2×2 grid of stat tiles. Diagram detail lives in Appendix A1.</a:t>
            </a:r>
          </a:p>
          <a:p>
            <a:r>
              <a:t>Source refs: plan/03-target-architecture.md · demo/ARCHITECTURE.md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le CRO, le CCO, le CLO et le CISO : la conformité n'est pas un livrable de fin de programme, c'est un *gate* de chaque release. Côté GDPR, on aligne sur le pays le plus strict (Pays-Bas — 16 ans), on fait un DPIA par marché en Phase 0, et on minimise la donnée par construction. Côté AI Act, on traite tout en haut-risque par défaut — pas de débat de classification — on construit le dossier Annex IV feature par feature, et on vise la CE-marking avant la sortie de Phase 3. La conformité produit-elle un asset de vente vers les ministères ? Oui — voir slide 4.</a:t>
            </a:r>
          </a:p>
          <a:p/>
          <a:p>
            <a:r>
              <a:t>---</a:t>
            </a:r>
          </a:p>
          <a:p>
            <a:r>
              <a:t>CXO focus: CRO · CCO · CLO · CISO</a:t>
            </a:r>
          </a:p>
          <a:p>
            <a:r>
              <a:t>Source refs: plan/04-compliance-eu-ai-act-gdpr.md · plan/07-governance-rai.md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le CAIO et le CLO : aucune décision autonome n'atteint un mineur. Le modèle adaptatif propose la prochaine activité ; l'assessment AI propose une note ; dans les deux cas, l'enseignant voit l'explication, valide ou outrepasse en un clic. C'est tracé dans Application Insights — on sait combien d'overrides ont eu lieu, sur quels items, et le taux d'override est lui-même un KPI (cible ≤ 10 % en régime stable). Côté release : un gate RAI à chaque mise en production, avec quatre critères — fairness, calibration, safety, transparency — dont la disparité par cohorte est *bloquante*. Voir annexe A14 pour la composition du Conseil RAI.</a:t>
            </a:r>
          </a:p>
          <a:p/>
          <a:p>
            <a:r>
              <a:t>---</a:t>
            </a:r>
          </a:p>
          <a:p>
            <a:r>
              <a:t>CXO focus: CAIO · CRO · CLO</a:t>
            </a:r>
          </a:p>
          <a:p>
            <a:r>
              <a:t>Source refs: plan/07-governance-rai.md · agents/responsible-ai-evaluator.chatmode.md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le CDO : la stratégie est *moins de données, mieux gouvernées*. La donnée mineur entre pseudonymisée, vit dans le lakehouse Fabric en West Europe (ou Germany West Central pour DE), et n'arrive jamais ré-identifiable dans la couche Gold qui alimente les dashboards. Microsoft Purview porte le catalogue, les labels — dont un label spécifique "Child Personal Data — Restricted" — et la lignée qui rend l'effacement vérifiable. Azure Policy bloque par construction toute ressource déployée hors région EU ou sans clé client. Annexe A3 pour les flux de données détaillés.</a:t>
            </a:r>
          </a:p>
          <a:p/>
          <a:p>
            <a:r>
              <a:t>---</a:t>
            </a:r>
          </a:p>
          <a:p>
            <a:r>
              <a:t>CXO focus: CDO · CISO · CCO</a:t>
            </a:r>
          </a:p>
          <a:p>
            <a:r>
              <a:t>Visual: 2×2 grid of editable stat tiles in teal/orange/green/navy.</a:t>
            </a:r>
          </a:p>
          <a:p>
            <a:r>
              <a:t>Source refs: plan/03-target-architecture.md · plan/04-compliance-eu-ai-act-gdpr.md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le CISO : zero-trust appliqué de bout en bout. Aucune ressource PaaS exposée publiquement à part l'APIM et les web apps, qui passent derrière Front Door et WAF. Clés client sur tout le stockage et les services IA. Le centralised training, quand il a besoin de signaux ré-identifiables, tourne en Confidential Computing — donc le opérateur Azure lui-même ne voit pas la mémoire. Côté résidence : trois régions EU primaires plus DR, et un check trimestriel des sub-processors Microsoft. Les logs immuables WORM tiennent à eux seuls l'article 12 de l'AI Act. Annexe A9 et A15 pour observability et IR.</a:t>
            </a:r>
          </a:p>
          <a:p/>
          <a:p>
            <a:r>
              <a:t>---</a:t>
            </a:r>
          </a:p>
          <a:p>
            <a:r>
              <a:t>CXO focus: CISO · CRO · CLO</a:t>
            </a:r>
          </a:p>
          <a:p>
            <a:r>
              <a:t>Visual: Hero orange. Single line, monumental.</a:t>
            </a:r>
          </a:p>
          <a:p>
            <a:r>
              <a:t>Source refs: plan/03-target-architecture.md · plan/04-compliance-eu-ai-act-gdpr.md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le CHRO et le COO : la première raison pour laquelle ce type de produit échoue, c'est la perte de confiance des enseignants. On la traite frontalement. Les 20 écoles pilotes NL sont impliquées dès la Phase 0 en co-design — pas en validation finale. Le Teacher Council a un droit de veto pédagogique sur chaque release. Le taux d'override est suivi en continu et redescendu vers le Conseil : c'est un signal de confiance (trop haut = on a perdu, trop bas = ils ne regardent plus). Côté programme : 90 minutes d'onboarding par enseignant, validation obligatoire, et un CSM par marché. Pour le CHRO : crédits CPD pour participation aux pilotes.</a:t>
            </a:r>
          </a:p>
          <a:p/>
          <a:p>
            <a:r>
              <a:t>---</a:t>
            </a:r>
          </a:p>
          <a:p>
            <a:r>
              <a:t>CXO focus: CHRO · COO · CXO</a:t>
            </a:r>
          </a:p>
          <a:p>
            <a:r>
              <a:t>Source refs: plan/02-workstreams.md · agents/learning-sciences-expert.chatmode.md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le CMO : la vitesse de marché est notre arme commerciale. Aujourd'hui chaque entrée prend 8 à 12 mois — surtout du fait de la localisation curriculaire. On industrialise cette étape en pipeline : glossaires construits en Phase 0, génération via Azure OpenAI ancrée par retrieval sur le curriculum national dans AI Search, validation systématique par un éditeur pédagogique humain (jamais optionnelle, c'est notre garantie qualité). Cible : 80 % de taux d'acceptation au premier passage, 6 semaines bout-à-bout. Pour le CEO : l'ordre NL → DE est verrouillé ; les 3 marchés suivants seront choisis sur la traction ministérielle, pas par engagement upfront.</a:t>
            </a:r>
          </a:p>
          <a:p/>
          <a:p>
            <a:r>
              <a:t>---</a:t>
            </a:r>
          </a:p>
          <a:p>
            <a:r>
              <a:t>CXO focus: CMO · CEO · COO</a:t>
            </a:r>
          </a:p>
          <a:p>
            <a:r>
              <a:t>Visual: 2×2 grid of editable stat tiles, brand teal/orange/navy/green.</a:t>
            </a:r>
          </a:p>
          <a:p>
            <a:r>
              <a:t>Source refs: plan/01-phases-roadmap.md · agents/content-localisation-lead.chatmode.md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le COO : la gouvernance tient en quatre instances et neuf rôles nommés. Comité de pilotage tous les mois pour KPI/risque/budget. Conseil RAI bi-mensuel — c'est lui qui valide les release gates, pas le board ; le board délègue. ARB pour l'architecture, Teacher Council pour la pédagogie. Et neuf agents spécialistes (orchestrateur, AI Act CO, GDPR specialist, ML privacy, sciences de l'apprentissage, localisation, RAI evaluator, QA cross-agent, demo deployment) qui portent chacun un livrable nommé. Le QA cross-agent est l'auditeur interne — il vérifie les livrables des autres avant chaque gate. Tout est tracé dans le repo Spec Kit.</a:t>
            </a:r>
          </a:p>
          <a:p/>
          <a:p>
            <a:r>
              <a:t>---</a:t>
            </a:r>
          </a:p>
          <a:p>
            <a:r>
              <a:t>CXO focus: COO · CEO · CHRO</a:t>
            </a:r>
          </a:p>
          <a:p>
            <a:r>
              <a:t>Visual: Hero dark-grid + 5 short bullets. Detail in Appendix A8.</a:t>
            </a:r>
          </a:p>
          <a:p>
            <a:r>
              <a:t>Source refs: plan/07-governance-rai.md · agents/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le CEO et le COO : cinq phases, douze mois, et chaque gate est bloquant — pas de glissement opportuniste. La règle d'or : aucun marché supplémentaire avant que le précédent ne soit *en trajectoire* sur les KPI clients. Pour le CRO : trois gates compliance dans la chaîne — DPIA en P0, RAI v1 en P1, CE marking en P3. Si un seul tombe, le programme ne passe pas au suivant. C'est l'inverse d'un plan ambitieux : c'est un plan défendable.</a:t>
            </a:r>
          </a:p>
          <a:p/>
          <a:p>
            <a:r>
              <a:t>---</a:t>
            </a:r>
          </a:p>
          <a:p>
            <a:r>
              <a:t>CXO focus: CEO · COO · CRO</a:t>
            </a:r>
          </a:p>
          <a:p>
            <a:r>
              <a:t>Visual: 2×2 grid of phase stat tiles.</a:t>
            </a:r>
          </a:p>
          <a:p>
            <a:r>
              <a:t>Source refs: plan/01-phases-roadmap.md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Sept minutes, trois personas, une seule backend live. Pré-vol : trois pastilles vertes en haut de chaque app. À 30 s, Mr Klein (enseignant DE) ouvre Teacher Console et demande un plan de remédiation pour Lucas qui confond 1/2 et 1/4 — la suggestion est ancrée aux Bildungsstandards et explicable. À 2 min 30, Lucas passe sur Learner Web : le picker ONNX sélectionne l'item dont la probabilité de réussite estimée est la plus proche de 0,7. À 4 min 30, Sophie ouvre Parent Portal — interface séparée, GDPR Article 8 en hero, réponse en allemand. À 6 min, on bascule sur Admin pour montrer les tables live Activity et Safety. À 7 min on revient. Si une pastille tombe, on narre le panel — pas de mode dégradé caché au board.</a:t>
            </a:r>
          </a:p>
          <a:p/>
          <a:p>
            <a:r>
              <a:t>---</a:t>
            </a:r>
          </a:p>
          <a:p>
            <a:r>
              <a:t>CXO focus: CXO · CMO · CEO · COO</a:t>
            </a:r>
          </a:p>
          <a:p>
            <a:r>
              <a:t>Visual: Hero orange. Single line, monumental.</a:t>
            </a:r>
          </a:p>
          <a:p>
            <a:r>
              <a:t>Demo cue: - Pre-flight: open 4 tabs (admin / teacher / learner / parent), confirm green pills</a:t>
            </a:r>
          </a:p>
          <a:p>
            <a:r>
              <a:t>- Login: `&lt;role&gt;@learneu.demo` / `DemoPass2026!`</a:t>
            </a:r>
          </a:p>
          <a:p>
            <a:r>
              <a:t>- Fallback: if pill goes orange/red, narrate the panel; switch to admin "Activity"</a:t>
            </a:r>
          </a:p>
          <a:p>
            <a:r>
              <a:t>- Backup screenshots: `restitution/assets/screenshots/&lt;persona&gt;-fallback.png`</a:t>
            </a:r>
          </a:p>
          <a:p>
            <a:r>
              <a:t>Source refs: demo/DEMO-STORYTELLING.md · restitution/demo-storyboard.md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le CFO et le CIO : la forme du programme est lisible. 18 à 22 millions de build étalés sur 12 mois — la fourchette dépend du périmètre des deux derniers marchés. Le run de croisière s'établit autour de 6 millions par an, dont 55 % d'Azure. On garde 2 millions de contingence sur le risque numéro un côté coût : la facture Azure OpenAI sur la localisation à grande échelle (R8 dans le registre). On le mitige par des PTU sur la charge prévisible, du cache sur les contenus répétés, et des modèles fine-tunés plus petits pour la correction de routine. Le coût par apprenant par mois est lui-même un KPI board, suivi avec un proxy carbone en annexe A16.</a:t>
            </a:r>
          </a:p>
          <a:p/>
          <a:p>
            <a:r>
              <a:t>---</a:t>
            </a:r>
          </a:p>
          <a:p>
            <a:r>
              <a:t>CXO focus: CFO · CIO · CSO</a:t>
            </a:r>
          </a:p>
          <a:p>
            <a:r>
              <a:t>Source refs: plan/05-kpis-outcomes.md · plan/06-risks-register.md (R8)</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le CRO et le CCO : le registre complet est en annexe A12. Six risques justifient le board. R1 — une DPA nationale bloque le DPIA — c'est le plus gênant car asymétrique : un seul "non" peut nous coûter un marché entier. Mitigation : on les engage en Phase 0 plutôt que de leur présenter un fait accompli. R3 — la convergence du federated learning sur données réelles — on a un plan B central avec consentement explicite et différentielle privacy. R4 — la dérive qualité en localisation — on garde le reviewer humain non négociable. R6 — la disparité de fairness — un gate de release bloquant, avec rollback prêt en quelques heures. R8 et R10 sont en deuxième rideau mais traités.</a:t>
            </a:r>
          </a:p>
          <a:p/>
          <a:p>
            <a:r>
              <a:t>---</a:t>
            </a:r>
          </a:p>
          <a:p>
            <a:r>
              <a:t>CXO focus: CRO · CCO · CISO</a:t>
            </a:r>
          </a:p>
          <a:p>
            <a:r>
              <a:t>Source refs: plan/06-risks-register.md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slide de clôture pour le board : voici exactement ce que vous verrez chaque mois sur Power BI. Cinq KPI sortie, plus l'adoption (écoles, trust NPS enseignant, usage parent). Sur le panneau de droite : la posture conformité — fraîcheur DPIA, taux d'erasure tenu, couverture Annex IV, taux d'override, incidents. La heat-map des six risques majeurs avec owner et statut RAG. Et le coût par apprenant par mois avec son proxy carbone. Si l'un de ces tuiles passe au rouge, vous le voyez avant moi.</a:t>
            </a:r>
          </a:p>
          <a:p/>
          <a:p>
            <a:r>
              <a:t>---</a:t>
            </a:r>
          </a:p>
          <a:p>
            <a:r>
              <a:t>CXO focus: CEO · CFO · All</a:t>
            </a:r>
          </a:p>
          <a:p>
            <a:r>
              <a:t>Source refs: plan/05-kpis-outcomes.md · plan/07-governance-rai.md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Trois décisions. Un — mandater les DPIA dans les cinq pays, ça débloque la Phase 0. Deux — libérer 3,5 millions pour la Phase 0. Trois — nommer le président du Conseil RAI au prochain comité. Le reste du budget sera ré-engagé au gate suivant, pas avant. Merci.</a:t>
            </a:r>
          </a:p>
          <a:p/>
          <a:p>
            <a:r>
              <a:t>---</a:t>
            </a:r>
          </a:p>
          <a:p>
            <a:r>
              <a:t>CXO focus: CEO · CFO · CRO</a:t>
            </a:r>
          </a:p>
          <a:p>
            <a:r>
              <a:t>Visual: Hero orange. Single line, monumental: "Three decisions. Today." Tagline: "Personalised. Private. European."</a:t>
            </a:r>
          </a:p>
          <a:p>
            <a:r>
              <a:t>Source refs: plan/00-program-charter.md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vue détaillée de l'architecture, on-demand pour le CIO/CTO/CDO. Six couches : sources, ingestion, stockage, traitement, serving, gouvernance. Le détail texte est dans plan/03-target-architecture.md ; la régénération des diagrammes (Mermaid + draw.io + Excalidraw) se fait via l'agent "Azure Data &amp; AI Solution Architect".</a:t>
            </a:r>
          </a:p>
          <a:p/>
          <a:p>
            <a:r>
              <a:t>---</a:t>
            </a:r>
          </a:p>
          <a:p>
            <a:r>
              <a:t>CXO focus: CIO · CTO · CDO</a:t>
            </a:r>
          </a:p>
          <a:p>
            <a:r>
              <a:t>Visual: Full 6-layer architecture diagram (Mermaid export). EU flag on each region. Diagram source: `plan/03-target-architecture.md`.</a:t>
            </a:r>
          </a:p>
          <a:p>
            <a:r>
              <a:t>Source refs: plan/03-target-architecture.md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Service par service, alignement strict sur la liste du case study. Chaque service joue un rôle nommé, déployé en région EU. Si une question pointe sur un service précis, on déroule l'annexe correspondante.</a:t>
            </a:r>
          </a:p>
          <a:p/>
          <a:p>
            <a:r>
              <a:t>---</a:t>
            </a:r>
          </a:p>
          <a:p>
            <a:r>
              <a:t>CXO focus: CIO · CTO</a:t>
            </a:r>
          </a:p>
          <a:p>
            <a:r>
              <a:t>Visual: Service grid 4×2 with logos + one-line role. Region badges on each tile.</a:t>
            </a:r>
          </a:p>
          <a:p>
            <a:r>
              <a:t>Source refs: Subject/case-study-33-edtech-personalised-learning.md · plan/03-target-architecture.md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Trois flux, trois régimes. La personnalisation reste par défaut côté appareil — c'est la principale concession à GDPR Article 8. La correction passe par un endpoint AML sans rétention de payload, avec validation humaine systématique. La localisation est un pipeline RAG : on retrouve dans AI Search le bout de curriculum pertinent, on demande à OpenAI de générer, et on passe par Content Safety avant le reviewer humain. Tous les flux génératifs sont loggés de manière immuable.</a:t>
            </a:r>
          </a:p>
          <a:p/>
          <a:p>
            <a:r>
              <a:t>---</a:t>
            </a:r>
          </a:p>
          <a:p>
            <a:r>
              <a:t>CXO focus: CDO · CISO · CTO</a:t>
            </a:r>
          </a:p>
          <a:p>
            <a:r>
              <a:t>Visual: Three swimlanes (Personalisation / Grading / Localisation), each annotated with privacy regime + retention policy.</a:t>
            </a:r>
          </a:p>
          <a:p>
            <a:r>
              <a:t>Source refs: plan/03-target-architecture.md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GDPR Article 8 décliné pour les cinq marchés. On aligne sur le plus strict (16 ans) plutôt que de gérer cinq seuils différents. Pour les moins de 16 ans : flux de consentement parental avec vérification d'identité. La base juridique est documentée par usage : contrat scolaire pour le service de base, consentement explicite pour la personnalisation, intérêt légitime pour la sécurité. Effacement vérifiable via la lignée Purview.</a:t>
            </a:r>
          </a:p>
          <a:p/>
          <a:p>
            <a:r>
              <a:t>---</a:t>
            </a:r>
          </a:p>
          <a:p>
            <a:r>
              <a:t>CXO focus: CLO · CCO · CRO · DPO</a:t>
            </a:r>
          </a:p>
          <a:p>
            <a:r>
              <a:t>Visual: Article 8 cheat-sheet: ages per country (NL/BE/DE/PL/RO), consent flow, erasure pipeline.</a:t>
            </a:r>
          </a:p>
          <a:p>
            <a:r>
              <a:t>Source refs: plan/04-compliance-eu-ai-act-gdpr.md</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le CLO et le CAIO : la cartographie article par article. Toutes les obligations d'un système haut-risque Annex III §3 sont couvertes. La sortie sera un dossier Annex IV par feature, plus un dossier programme global. Conformity assessment visée selon l'article 43 §2 (contrôle interne) si applicable, sinon notified body. Post-market monitoring opérationnel dès le premier pilote.</a:t>
            </a:r>
          </a:p>
          <a:p/>
          <a:p>
            <a:r>
              <a:t>---</a:t>
            </a:r>
          </a:p>
          <a:p>
            <a:r>
              <a:t>CXO focus: CLO · CCO · CAIO</a:t>
            </a:r>
          </a:p>
          <a:p>
            <a:r>
              <a:t>Visual: Article checklist with green check on each. Annex IV file stamp.</a:t>
            </a:r>
          </a:p>
          <a:p>
            <a:r>
              <a:t>Source refs: plan/04-compliance-eu-ai-act-gdpr.md · plan/07-governance-rai.md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le CAIO et le CDO : la stack PPML qui rend le tout tenable. Inference par défaut sur l'appareil, entraînement fédéré avec différentielle privacy budgétée, et agrégation sécurisée en Confidential Computing — donc même Microsoft, en tant qu'opérateur, ne voit pas la mémoire pendant l'agrégation. C'est ce qui distingue une posture "privacy-preserving" sérieuse d'une simple promesse contractuelle.</a:t>
            </a:r>
          </a:p>
          <a:p/>
          <a:p>
            <a:r>
              <a:t>---</a:t>
            </a:r>
          </a:p>
          <a:p>
            <a:r>
              <a:t>CXO focus: CAIO · CDO · CISO</a:t>
            </a:r>
          </a:p>
          <a:p>
            <a:r>
              <a:t>Visual: Layered diagram: device (ONNX) → DP noise → federated aggregation in CVM → model registry → re-deploy.</a:t>
            </a:r>
          </a:p>
          <a:p>
            <a:r>
              <a:t>Source refs: agents/privacy-preserving-ml-engineer.chatmode.md · plan/03-target-architecture.md</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le CAIO et le CTO : le choix de modèle est *par tâche*, pas global. On part petit, on escalade vers du frontier seulement si la confidence est insuffisante. Quatre critères de gate pour chaque release : fairness par cohorte, calibration (ECE ≤ 0,05), safety (zéro critique sur l'eval suite), et transparence. Le RAI Evaluator en est responsable. Re-évaluation trimestrielle plus rollback prêt en quelques heures.</a:t>
            </a:r>
          </a:p>
          <a:p/>
          <a:p>
            <a:r>
              <a:t>---</a:t>
            </a:r>
          </a:p>
          <a:p>
            <a:r>
              <a:t>CXO focus: CAIO · CTO</a:t>
            </a:r>
          </a:p>
          <a:p>
            <a:r>
              <a:t>Visual: Decision tree: task → model size → fallback path. Eval gates as a horizontal pipeline.</a:t>
            </a:r>
          </a:p>
          <a:p>
            <a:r>
              <a:t>Source refs: plan/07-governance-rai.md · agents/responsible-ai-evaluator.chatmode.md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le CAIO et le CTO : l'architecture agentique n'est pas dans le produit fini, elle est dans la *fabrique* du produit. Neuf agents spécialistes, un orchestrateur, et un QA cross-agent qui audite les livrables des autres avant chaque gate. Le tout passe par les slash commands Spec Kit — chaque feature laisse un dossier `specs/NNN-…/` avec spec, plan, checklist, tasks. C'est ce qui rend l'auditabilité de l'AI Act tenable à l'échelle.</a:t>
            </a:r>
          </a:p>
          <a:p/>
          <a:p>
            <a:r>
              <a:t>---</a:t>
            </a:r>
          </a:p>
          <a:p>
            <a:r>
              <a:t>CXO focus: CAIO · CTO</a:t>
            </a:r>
          </a:p>
          <a:p>
            <a:r>
              <a:t>Visual: Ring of 9 agent avatars around a central "Orchestrator" hub; arrows to/from a Spec Kit pipeline at the bottom.</a:t>
            </a:r>
          </a:p>
          <a:p>
            <a:r>
              <a:t>Source refs: agents/ · README.md</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le CTO/CISO/CCO : l'observability est l'épine dorsale de la conformité, pas un confort opérationnel. App Insights pour la télémétrie applicative, plus un flux append-only en stockage WORM pour l'audit régulateur. Les workbooks KQL prêts à servir une demande d'évidence sous AI Act Art. 12. Le tout descend dans le dashboard du Conseil RAI et le pack mensuel du board.</a:t>
            </a:r>
          </a:p>
          <a:p/>
          <a:p>
            <a:r>
              <a:t>---</a:t>
            </a:r>
          </a:p>
          <a:p>
            <a:r>
              <a:t>CXO focus: CTO · CISO · CCO</a:t>
            </a:r>
          </a:p>
          <a:p>
            <a:r>
              <a:t>Visual: Pipeline: app → App Insights → KQL workbook → Power BI · in parallel → WORM blob → integrity verifier.</a:t>
            </a:r>
          </a:p>
          <a:p>
            <a:r>
              <a:t>Source refs: plan/03-target-architecture.md · plan/04-compliance-eu-ai-act-gdpr.md</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le CTO et le COO : les SLO sont alignés sur la fenêtre d'usage scolaire. On vise 99,9 % de disponibilité avec maintenance hors heures de classe, p95 d'inférence sous 200 ms en local, sous 800 ms en fallback cloud. Multi-région EU pour la DR ; drill trimestriel pour s'assurer que RPO 15 minutes et RTO 2 heures tiennent vraiment. Kill-switch par feature en moins de 5 minutes — c'est l'exigence article 14 (oversight).</a:t>
            </a:r>
          </a:p>
          <a:p/>
          <a:p>
            <a:r>
              <a:t>---</a:t>
            </a:r>
          </a:p>
          <a:p>
            <a:r>
              <a:t>CXO focus: CTO · COO</a:t>
            </a:r>
          </a:p>
          <a:p>
            <a:r>
              <a:t>Visual: Heat-map of SLOs vs school-day peaks; DR diagram with RPO/RTO badges.</a:t>
            </a:r>
          </a:p>
          <a:p>
            <a:r>
              <a:t>Source refs: plan/03-target-architecture.md · demo/ARCHITECTURE.md</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le CFO : le KPI FinOps interne est le coût par apprenant par mois — cible 0,45 € au régime 3 marchés. La plus grosse variable est Azure OpenAI, d'où les leviers PTU + cache + small-models. Les capacités Fabric sont réservées pour bloquer le prix unitaire. Pour le CSO : voir annexe A16 pour le proxy carbone aligné sur le même dénominateur.</a:t>
            </a:r>
          </a:p>
          <a:p/>
          <a:p>
            <a:r>
              <a:t>---</a:t>
            </a:r>
          </a:p>
          <a:p>
            <a:r>
              <a:t>CXO focus: CFO · CIO · CSO</a:t>
            </a:r>
          </a:p>
          <a:p>
            <a:r>
              <a:t>Visual: Stacked donut of cost categories; line chart of cost / learner / month trajectory across 12 months.</a:t>
            </a:r>
          </a:p>
          <a:p>
            <a:r>
              <a:t>Source refs: plan/05-kpis-outcomes.md · plan/06-risks-register.md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registre complet. Trois risques en orange à severity ≥ 15 : R4 (qualité localisation), R1 (DPA) et R6 (bias). Tous mitigés activement, contingents documentés, revus mensuellement au Steering. Pour le CRO : la règle est qu'au-dessus de severity 20, on convoque un Steering d'urgence sous 5 jours ouvrés.</a:t>
            </a:r>
          </a:p>
          <a:p/>
          <a:p>
            <a:r>
              <a:t>---</a:t>
            </a:r>
          </a:p>
          <a:p>
            <a:r>
              <a:t>CXO focus: CRO · CCO · CISO</a:t>
            </a:r>
          </a:p>
          <a:p>
            <a:r>
              <a:t>Visual: 12-cell heat-map (5×5 likelihood × impact) with each Rxx pinned to its severity coordinates.</a:t>
            </a:r>
          </a:p>
          <a:p>
            <a:r>
              <a:t>Source refs: plan/06-risks-register.md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leading indicators que les workstreams suivent au quotidien. Ce sont eux qui permettent au Steering de voir un risque de glissement de KPI avant qu'il ne se matérialise. Voir plan/05-kpis-outcomes.md pour le détail.</a:t>
            </a:r>
          </a:p>
          <a:p/>
          <a:p>
            <a:r>
              <a:t>---</a:t>
            </a:r>
          </a:p>
          <a:p>
            <a:r>
              <a:t>CXO focus: CEO · COO · CFO</a:t>
            </a:r>
          </a:p>
          <a:p>
            <a:r>
              <a:t>Visual: 4-quadrant scoreboard (Learner / Teacher / Localisation / Compliance), each with 3–4 leading indicators.</a:t>
            </a:r>
          </a:p>
          <a:p>
            <a:r>
              <a:t>Source refs: plan/05-kpis-outcomes.md</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le CEO et le CAIO : la gouvernance écrite. Quatre instances, pré­sidences nommées, chartes documentées. Le Conseil RAI est l'instance opérationnelle qui *lie* ou *libère* une version de modèle — c'est lui qui dit "rollback" en cas de problème, pas le board. Il rapporte au Steering. La présidence du Conseil RAI est l'une des trois demandes du slide 21.</a:t>
            </a:r>
          </a:p>
          <a:p/>
          <a:p>
            <a:r>
              <a:t>---</a:t>
            </a:r>
          </a:p>
          <a:p>
            <a:r>
              <a:t>CXO focus: CEO · CRO · CAIO</a:t>
            </a:r>
          </a:p>
          <a:p>
            <a:r>
              <a:t>Visual: Org chart with the four bodies; RAI Council membership card highlighted.</a:t>
            </a:r>
          </a:p>
          <a:p>
            <a:r>
              <a:t>Source refs: plan/07-governance-rai.md</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le CISO et le CLO : l'IR est drillé trimestriellement, pas écrit dans un dossier qui dort. Les fenêtres statutaires sont connues : 72 heures GDPR Article 33 vers la DPA, statutaires AI Act Article 73 vers l'autorité compétente. Kill switch wiré pour chaque feature IA. Et un post-mortem publié en interne sous 5 jours ouvrés — c'est ce qui rend la culture sérieuse.</a:t>
            </a:r>
          </a:p>
          <a:p/>
          <a:p>
            <a:r>
              <a:t>---</a:t>
            </a:r>
          </a:p>
          <a:p>
            <a:r>
              <a:t>CXO focus: CISO · CRO · CLO</a:t>
            </a:r>
          </a:p>
          <a:p>
            <a:r>
              <a:t>Visual: Timeline of an incident: detect → contain → notify → remediate → publish RCA. Hour-markers on each stage.</a:t>
            </a:r>
          </a:p>
          <a:p>
            <a:r>
              <a:t>Source refs: plan/04-compliance-eu-ai-act-gdpr.md · plan/06-risks-register.md</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le CSO et le CFO : on relie le KPI FinOps (coût par apprenant par mois) à un proxy carbone — mêmes dénominateurs, mêmes leviers. Les choix d'architecture qui réduisent la facture Azure (on-device, small-first, cache, PTU) réduisent aussi la trajectoire carbone. Reporting trimestriel dans le narratif ESG groupe.</a:t>
            </a:r>
          </a:p>
          <a:p/>
          <a:p>
            <a:r>
              <a:t>---</a:t>
            </a:r>
          </a:p>
          <a:p>
            <a:r>
              <a:t>CXO focus: CSO · CFO</a:t>
            </a:r>
          </a:p>
          <a:p>
            <a:r>
              <a:t>Visual: Sparkline: gCO₂e/learner/month vs target line. Renewable-share badge per region.</a:t>
            </a:r>
          </a:p>
          <a:p>
            <a:r>
              <a:t>Source refs: plan/05-kpis-outcomes.md</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Index pour Q&amp;A. Tous les claims de ce deck sont retraçables à l'un de ces documents — règle interne, pas un slide où on ne saurait pas pointer la source.</a:t>
            </a:r>
          </a:p>
          <a:p/>
          <a:p>
            <a:r>
              <a:t>---</a:t>
            </a:r>
          </a:p>
          <a:p>
            <a:r>
              <a:t>CXO focus: All</a:t>
            </a:r>
          </a:p>
          <a:p>
            <a:r>
              <a:t>Visual: Two columns, plain typographic.</a:t>
            </a:r>
          </a:p>
          <a:p>
            <a:r>
              <a:t>Source refs: all listed below</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Cette annexe montre la trajectoire d'industrialisation pour 4,1 millions d'etudiants sans compromis sur la conformite ni sur l'experience. Le point cle: on dimensionne sur les pointes d'examens, pas sur la moyenne. Les garde-fous sont explicites: SLO techniques, reserve de capacite, discipline FinOps, et tests DR trimestriels. Ce cadre transforme un objectif de croissance en contrat operationnel pilotable par le board.</a:t>
            </a:r>
          </a:p>
          <a:p/>
          <a:p>
            <a:r>
              <a:t>---</a:t>
            </a:r>
          </a:p>
          <a:p>
            <a:r>
              <a:t>CXO focus: CEO · COO · CTO · CFO · CISO</a:t>
            </a:r>
          </a:p>
          <a:p>
            <a:r>
              <a:t>Visual: Two-column operating blueprint with KPI badges: concurrency, latency, uptime, cost/learner.</a:t>
            </a:r>
          </a:p>
          <a:p>
            <a:r>
              <a:t>Source refs: scale-4-1m-etudiants.md · plan/03-target-architecture.md · plan/05-kpis-outcomes.md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4.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bg>
      <p:bgPr>
        <a:solidFill>
          <a:srgbClr val="8DC8E8"/>
        </a:solidFill>
        <a:effectLst/>
      </p:bgPr>
    </p:bg>
    <p:spTree>
      <p:nvGrpSpPr>
        <p:cNvPr id="1" name=""/>
        <p:cNvGrpSpPr/>
        <p:nvPr/>
      </p:nvGrpSpPr>
      <p:grpSpPr>
        <a:xfrm>
          <a:off x="0" y="0"/>
          <a:ext cx="0" cy="0"/>
          <a:chOff x="0" y="0"/>
          <a:chExt cx="0" cy="0"/>
        </a:xfrm>
      </p:grpSpPr>
      <p:pic>
        <p:nvPicPr>
          <p:cNvPr id="3" name="Picture 2" descr="A blue and purple gradient&#10;&#10;AI-generated content may be incorrect.">
            <a:extLst>
              <a:ext uri="{FF2B5EF4-FFF2-40B4-BE49-F238E27FC236}">
                <a16:creationId xmlns:a16="http://schemas.microsoft.com/office/drawing/2014/main" id="{9D34C299-A8B5-1F05-90DB-A9EC230E988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36" name="Rectangle 35">
            <a:extLst>
              <a:ext uri="{FF2B5EF4-FFF2-40B4-BE49-F238E27FC236}">
                <a16:creationId xmlns:a16="http://schemas.microsoft.com/office/drawing/2014/main" id="{3C3578EB-E88C-BC63-2EB9-EBEC98F2D201}"/>
              </a:ext>
            </a:extLst>
          </p:cNvPr>
          <p:cNvSpPr/>
          <p:nvPr userDrawn="1"/>
        </p:nvSpPr>
        <p:spPr bwMode="auto">
          <a:xfrm>
            <a:off x="0" y="1174750"/>
            <a:ext cx="9207500" cy="4508500"/>
          </a:xfrm>
          <a:prstGeom prst="rect">
            <a:avLst/>
          </a:prstGeom>
          <a:gradFill flip="none" rotWithShape="1">
            <a:gsLst>
              <a:gs pos="0">
                <a:schemeClr val="tx1">
                  <a:alpha val="14000"/>
                </a:schemeClr>
              </a:gs>
              <a:gs pos="100000">
                <a:schemeClr val="tx1">
                  <a:alpha val="0"/>
                </a:schemeClr>
              </a:gs>
            </a:gsLst>
            <a:lin ang="0" scaled="1"/>
            <a:tileRect/>
          </a:gra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err="1">
              <a:solidFill>
                <a:schemeClr val="bg1"/>
              </a:solidFill>
              <a:ea typeface="Segoe UI" pitchFamily="34" charset="0"/>
              <a:cs typeface="Segoe UI" pitchFamily="34" charset="0"/>
            </a:endParaRPr>
          </a:p>
        </p:txBody>
      </p:sp>
      <p:pic>
        <p:nvPicPr>
          <p:cNvPr id="33" name="Picture 32" descr="A silver shield with text and stars&#10;&#10;AI-generated content may be incorrect.">
            <a:extLst>
              <a:ext uri="{FF2B5EF4-FFF2-40B4-BE49-F238E27FC236}">
                <a16:creationId xmlns:a16="http://schemas.microsoft.com/office/drawing/2014/main" id="{7DE39951-E22A-4E5D-3F1B-FC4A3162C280}"/>
              </a:ext>
            </a:extLst>
          </p:cNvPr>
          <p:cNvPicPr>
            <a:picLocks noChangeAspect="1"/>
          </p:cNvPicPr>
          <p:nvPr userDrawn="1"/>
        </p:nvPicPr>
        <p:blipFill>
          <a:blip r:embed="rId3"/>
          <a:srcRect l="3844" t="2514" r="4223" b="5918"/>
          <a:stretch>
            <a:fillRect/>
          </a:stretch>
        </p:blipFill>
        <p:spPr>
          <a:xfrm>
            <a:off x="7323544" y="1295400"/>
            <a:ext cx="4284256" cy="4267200"/>
          </a:xfrm>
          <a:prstGeom prst="rect">
            <a:avLst/>
          </a:prstGeom>
          <a:effectLst>
            <a:outerShdw blurRad="762000" sx="118000" sy="118000" algn="ctr" rotWithShape="0">
              <a:schemeClr val="tx1">
                <a:alpha val="7000"/>
              </a:schemeClr>
            </a:outerShdw>
          </a:effectLst>
        </p:spPr>
      </p:pic>
      <p:sp>
        <p:nvSpPr>
          <p:cNvPr id="6" name="Title 1">
            <a:extLst>
              <a:ext uri="{FF2B5EF4-FFF2-40B4-BE49-F238E27FC236}">
                <a16:creationId xmlns:a16="http://schemas.microsoft.com/office/drawing/2014/main" id="{BBD38F5B-5B2A-C576-8754-00FAD284AFE1}"/>
              </a:ext>
            </a:extLst>
          </p:cNvPr>
          <p:cNvSpPr>
            <a:spLocks noGrp="1"/>
          </p:cNvSpPr>
          <p:nvPr>
            <p:ph type="title"/>
          </p:nvPr>
        </p:nvSpPr>
        <p:spPr>
          <a:xfrm>
            <a:off x="584200" y="2044005"/>
            <a:ext cx="5854700" cy="2769989"/>
          </a:xfrm>
        </p:spPr>
        <p:txBody>
          <a:bodyPr anchor="ctr">
            <a:noAutofit/>
          </a:bodyPr>
          <a:lstStyle>
            <a:lvl1pPr>
              <a:defRPr sz="6000"/>
            </a:lvl1pPr>
          </a:lstStyle>
          <a:p>
            <a:r>
              <a:rPr lang="en-US"/>
              <a:t>Click to edit Master title style</a:t>
            </a:r>
          </a:p>
        </p:txBody>
      </p:sp>
      <p:pic>
        <p:nvPicPr>
          <p:cNvPr id="2" name="Picture 1" descr="A logo on a black background&#10;&#10;AI-generated content may be incorrect.">
            <a:extLst>
              <a:ext uri="{FF2B5EF4-FFF2-40B4-BE49-F238E27FC236}">
                <a16:creationId xmlns:a16="http://schemas.microsoft.com/office/drawing/2014/main" id="{E030E9E4-7722-AAB3-6537-4D3C17CA7C72}"/>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281353" y="290130"/>
            <a:ext cx="1972133" cy="883924"/>
          </a:xfrm>
          <a:prstGeom prst="rect">
            <a:avLst/>
          </a:prstGeom>
        </p:spPr>
      </p:pic>
    </p:spTree>
    <p:extLst>
      <p:ext uri="{BB962C8B-B14F-4D97-AF65-F5344CB8AC3E}">
        <p14:creationId xmlns:p14="http://schemas.microsoft.com/office/powerpoint/2010/main" val="3624043329"/>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84" userDrawn="1">
          <p15:clr>
            <a:srgbClr val="FBAE40"/>
          </p15:clr>
        </p15:guide>
        <p15:guide id="2" pos="6127">
          <p15:clr>
            <a:srgbClr val="5ACBF0"/>
          </p15:clr>
        </p15:guide>
        <p15:guide id="3" orient="horz" pos="1911">
          <p15:clr>
            <a:srgbClr val="5ACBF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a:xfrm>
            <a:off x="588263" y="457200"/>
            <a:ext cx="11018520" cy="492443"/>
          </a:xfrm>
        </p:spPr>
        <p:txBody>
          <a:bodyPr/>
          <a:lstStyle>
            <a:lvl1pPr>
              <a:defRPr sz="3200"/>
            </a:lvl1pPr>
          </a:lstStyle>
          <a:p>
            <a:r>
              <a:rPr lang="en-US"/>
              <a:t>Click to edit Master title style</a:t>
            </a:r>
          </a:p>
        </p:txBody>
      </p:sp>
      <p:pic>
        <p:nvPicPr>
          <p:cNvPr id="36" name="Picture 35" descr="A silver shield with text and stars&#10;&#10;AI-generated content may be incorrect.">
            <a:extLst>
              <a:ext uri="{FF2B5EF4-FFF2-40B4-BE49-F238E27FC236}">
                <a16:creationId xmlns:a16="http://schemas.microsoft.com/office/drawing/2014/main" id="{74FF1801-287D-2733-9928-4E90A7D39335}"/>
              </a:ext>
            </a:extLst>
          </p:cNvPr>
          <p:cNvPicPr>
            <a:picLocks noChangeAspect="1"/>
          </p:cNvPicPr>
          <p:nvPr userDrawn="1"/>
        </p:nvPicPr>
        <p:blipFill>
          <a:blip r:embed="rId2">
            <a:alphaModFix/>
          </a:blip>
          <a:srcRect l="3844" t="2514" r="4223" b="5918"/>
          <a:stretch>
            <a:fillRect/>
          </a:stretch>
        </p:blipFill>
        <p:spPr>
          <a:xfrm>
            <a:off x="11385550" y="288925"/>
            <a:ext cx="512761" cy="510720"/>
          </a:xfrm>
          <a:prstGeom prst="rect">
            <a:avLst/>
          </a:prstGeom>
          <a:effectLst/>
        </p:spPr>
      </p:pic>
    </p:spTree>
    <p:extLst>
      <p:ext uri="{BB962C8B-B14F-4D97-AF65-F5344CB8AC3E}">
        <p14:creationId xmlns:p14="http://schemas.microsoft.com/office/powerpoint/2010/main" val="3465649874"/>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pic>
        <p:nvPicPr>
          <p:cNvPr id="36" name="Picture 35" descr="A silver shield with text and stars&#10;&#10;AI-generated content may be incorrect.">
            <a:extLst>
              <a:ext uri="{FF2B5EF4-FFF2-40B4-BE49-F238E27FC236}">
                <a16:creationId xmlns:a16="http://schemas.microsoft.com/office/drawing/2014/main" id="{74FF1801-287D-2733-9928-4E90A7D39335}"/>
              </a:ext>
            </a:extLst>
          </p:cNvPr>
          <p:cNvPicPr>
            <a:picLocks noChangeAspect="1"/>
          </p:cNvPicPr>
          <p:nvPr userDrawn="1"/>
        </p:nvPicPr>
        <p:blipFill>
          <a:blip r:embed="rId2">
            <a:alphaModFix/>
          </a:blip>
          <a:srcRect l="3844" t="2514" r="4223" b="5918"/>
          <a:stretch>
            <a:fillRect/>
          </a:stretch>
        </p:blipFill>
        <p:spPr>
          <a:xfrm>
            <a:off x="11385550" y="288925"/>
            <a:ext cx="512761" cy="510720"/>
          </a:xfrm>
          <a:prstGeom prst="rect">
            <a:avLst/>
          </a:prstGeom>
          <a:effectLst/>
        </p:spPr>
      </p:pic>
      <p:sp>
        <p:nvSpPr>
          <p:cNvPr id="12" name="Title 3">
            <a:extLst>
              <a:ext uri="{FF2B5EF4-FFF2-40B4-BE49-F238E27FC236}">
                <a16:creationId xmlns:a16="http://schemas.microsoft.com/office/drawing/2014/main" id="{629B222F-D5BC-3163-C07E-28EB281CFAE1}"/>
              </a:ext>
            </a:extLst>
          </p:cNvPr>
          <p:cNvSpPr txBox="1">
            <a:spLocks/>
          </p:cNvSpPr>
          <p:nvPr userDrawn="1"/>
        </p:nvSpPr>
        <p:spPr>
          <a:xfrm>
            <a:off x="1" y="0"/>
            <a:ext cx="1828800" cy="6822179"/>
          </a:xfrm>
          <a:prstGeom prst="rect">
            <a:avLst/>
          </a:prstGeom>
          <a:gradFill flip="none" rotWithShape="1">
            <a:gsLst>
              <a:gs pos="0">
                <a:srgbClr val="8449A9"/>
              </a:gs>
              <a:gs pos="100000">
                <a:srgbClr val="0538BB"/>
              </a:gs>
            </a:gsLst>
            <a:lin ang="2700000" scaled="1"/>
            <a:tileRect/>
          </a:gra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a:defRPr lang="en-US"/>
            </a:defPPr>
            <a:lvl1pPr defTabSz="932472" fontAlgn="base">
              <a:spcBef>
                <a:spcPct val="0"/>
              </a:spcBef>
              <a:spcAft>
                <a:spcPct val="0"/>
              </a:spcAft>
              <a:defRPr sz="2000">
                <a:solidFill>
                  <a:schemeClr val="bg1"/>
                </a:solidFill>
                <a:cs typeface="Segoe UI"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endParaRPr lang="en-US"/>
          </a:p>
        </p:txBody>
      </p:sp>
      <p:cxnSp>
        <p:nvCxnSpPr>
          <p:cNvPr id="26" name="Straight Connector 25">
            <a:extLst>
              <a:ext uri="{FF2B5EF4-FFF2-40B4-BE49-F238E27FC236}">
                <a16:creationId xmlns:a16="http://schemas.microsoft.com/office/drawing/2014/main" id="{C324C607-9B6E-4620-DEB4-B8FE904A9AE1}"/>
              </a:ext>
            </a:extLst>
          </p:cNvPr>
          <p:cNvCxnSpPr/>
          <p:nvPr userDrawn="1"/>
        </p:nvCxnSpPr>
        <p:spPr>
          <a:xfrm>
            <a:off x="3362142" y="2416111"/>
            <a:ext cx="3529584" cy="0"/>
          </a:xfrm>
          <a:prstGeom prst="line">
            <a:avLst/>
          </a:prstGeom>
          <a:ln w="635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13E84D50-2045-E06F-7FA3-CBE874CA35A8}"/>
              </a:ext>
            </a:extLst>
          </p:cNvPr>
          <p:cNvCxnSpPr/>
          <p:nvPr userDrawn="1"/>
        </p:nvCxnSpPr>
        <p:spPr>
          <a:xfrm>
            <a:off x="3362142" y="3687762"/>
            <a:ext cx="3529584" cy="0"/>
          </a:xfrm>
          <a:prstGeom prst="line">
            <a:avLst/>
          </a:prstGeom>
          <a:ln w="635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43BE64CC-2DC9-A95A-C36C-FF452184C3F2}"/>
              </a:ext>
            </a:extLst>
          </p:cNvPr>
          <p:cNvCxnSpPr/>
          <p:nvPr userDrawn="1"/>
        </p:nvCxnSpPr>
        <p:spPr>
          <a:xfrm>
            <a:off x="3362142" y="4959413"/>
            <a:ext cx="3529584" cy="0"/>
          </a:xfrm>
          <a:prstGeom prst="line">
            <a:avLst/>
          </a:prstGeom>
          <a:ln w="635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6D69C647-00FF-9272-2A14-434E60BBDBB4}"/>
              </a:ext>
            </a:extLst>
          </p:cNvPr>
          <p:cNvCxnSpPr/>
          <p:nvPr userDrawn="1"/>
        </p:nvCxnSpPr>
        <p:spPr>
          <a:xfrm>
            <a:off x="8077016" y="2416111"/>
            <a:ext cx="3529584" cy="0"/>
          </a:xfrm>
          <a:prstGeom prst="line">
            <a:avLst/>
          </a:prstGeom>
          <a:ln w="635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92CE8E4F-D935-36F7-B124-09578B33BD09}"/>
              </a:ext>
            </a:extLst>
          </p:cNvPr>
          <p:cNvCxnSpPr/>
          <p:nvPr userDrawn="1"/>
        </p:nvCxnSpPr>
        <p:spPr>
          <a:xfrm>
            <a:off x="8077016" y="3687762"/>
            <a:ext cx="3529584" cy="0"/>
          </a:xfrm>
          <a:prstGeom prst="line">
            <a:avLst/>
          </a:prstGeom>
          <a:ln w="635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60B0544D-5F71-0D69-81F1-F41CE9410351}"/>
              </a:ext>
            </a:extLst>
          </p:cNvPr>
          <p:cNvCxnSpPr/>
          <p:nvPr userDrawn="1"/>
        </p:nvCxnSpPr>
        <p:spPr>
          <a:xfrm>
            <a:off x="8077016" y="4959413"/>
            <a:ext cx="3529584" cy="0"/>
          </a:xfrm>
          <a:prstGeom prst="line">
            <a:avLst/>
          </a:prstGeom>
          <a:ln w="635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D0AAD849-7CFE-4AF7-A7C5-6BBD50C88C1A}"/>
              </a:ext>
            </a:extLst>
          </p:cNvPr>
          <p:cNvSpPr>
            <a:spLocks noGrp="1"/>
          </p:cNvSpPr>
          <p:nvPr>
            <p:ph type="title" hasCustomPrompt="1"/>
          </p:nvPr>
        </p:nvSpPr>
        <p:spPr>
          <a:xfrm>
            <a:off x="298848" y="704850"/>
            <a:ext cx="1231106" cy="5412478"/>
          </a:xfrm>
        </p:spPr>
        <p:txBody>
          <a:bodyPr vert="vert270">
            <a:noAutofit/>
          </a:bodyPr>
          <a:lstStyle>
            <a:lvl1pPr algn="ctr">
              <a:defRPr sz="8000"/>
            </a:lvl1pPr>
          </a:lstStyle>
          <a:p>
            <a:r>
              <a:rPr lang="en-US"/>
              <a:t>AGENDA</a:t>
            </a:r>
          </a:p>
        </p:txBody>
      </p:sp>
      <p:sp>
        <p:nvSpPr>
          <p:cNvPr id="6" name="Text Placeholder 4">
            <a:extLst>
              <a:ext uri="{FF2B5EF4-FFF2-40B4-BE49-F238E27FC236}">
                <a16:creationId xmlns:a16="http://schemas.microsoft.com/office/drawing/2014/main" id="{BFCAA62A-D727-0272-C605-9B5EE79F92C7}"/>
              </a:ext>
            </a:extLst>
          </p:cNvPr>
          <p:cNvSpPr>
            <a:spLocks noGrp="1"/>
          </p:cNvSpPr>
          <p:nvPr>
            <p:ph type="body" sz="quarter" idx="10" hasCustomPrompt="1"/>
          </p:nvPr>
        </p:nvSpPr>
        <p:spPr>
          <a:xfrm>
            <a:off x="3362142" y="1472509"/>
            <a:ext cx="3532372" cy="615553"/>
          </a:xfrm>
        </p:spPr>
        <p:txBody>
          <a:bodyPr/>
          <a:lstStyle>
            <a:lvl1pPr marL="0" indent="0">
              <a:buSzPct val="100000"/>
              <a:buFont typeface="Arial" panose="020B0604020202020204" pitchFamily="34" charset="0"/>
              <a:buNone/>
              <a:defRPr sz="20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a:t>
            </a:r>
          </a:p>
        </p:txBody>
      </p:sp>
      <p:sp>
        <p:nvSpPr>
          <p:cNvPr id="8" name="Text Placeholder 4">
            <a:extLst>
              <a:ext uri="{FF2B5EF4-FFF2-40B4-BE49-F238E27FC236}">
                <a16:creationId xmlns:a16="http://schemas.microsoft.com/office/drawing/2014/main" id="{EB204ED8-AA53-E68A-BA62-EA3DABFF3CBF}"/>
              </a:ext>
            </a:extLst>
          </p:cNvPr>
          <p:cNvSpPr>
            <a:spLocks noGrp="1"/>
          </p:cNvSpPr>
          <p:nvPr>
            <p:ph type="body" sz="quarter" idx="11" hasCustomPrompt="1"/>
          </p:nvPr>
        </p:nvSpPr>
        <p:spPr>
          <a:xfrm>
            <a:off x="8077016" y="1472509"/>
            <a:ext cx="3532372" cy="615553"/>
          </a:xfrm>
        </p:spPr>
        <p:txBody>
          <a:bodyPr/>
          <a:lstStyle>
            <a:lvl1pPr marL="0" indent="0">
              <a:buSzPct val="100000"/>
              <a:buFont typeface="Arial" panose="020B0604020202020204" pitchFamily="34" charset="0"/>
              <a:buNone/>
              <a:defRPr sz="20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a:t>
            </a:r>
          </a:p>
        </p:txBody>
      </p:sp>
      <p:sp>
        <p:nvSpPr>
          <p:cNvPr id="9" name="Text Placeholder 4">
            <a:extLst>
              <a:ext uri="{FF2B5EF4-FFF2-40B4-BE49-F238E27FC236}">
                <a16:creationId xmlns:a16="http://schemas.microsoft.com/office/drawing/2014/main" id="{521E0D50-C05E-2148-5B4B-CA4C6802702E}"/>
              </a:ext>
            </a:extLst>
          </p:cNvPr>
          <p:cNvSpPr>
            <a:spLocks noGrp="1"/>
          </p:cNvSpPr>
          <p:nvPr>
            <p:ph type="body" sz="quarter" idx="12" hasCustomPrompt="1"/>
          </p:nvPr>
        </p:nvSpPr>
        <p:spPr>
          <a:xfrm>
            <a:off x="3362142" y="2744160"/>
            <a:ext cx="3532372" cy="615553"/>
          </a:xfrm>
        </p:spPr>
        <p:txBody>
          <a:bodyPr/>
          <a:lstStyle>
            <a:lvl1pPr marL="0" indent="0">
              <a:buSzPct val="100000"/>
              <a:buFont typeface="Arial" panose="020B0604020202020204" pitchFamily="34" charset="0"/>
              <a:buNone/>
              <a:defRPr sz="20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a:t>
            </a:r>
          </a:p>
        </p:txBody>
      </p:sp>
      <p:sp>
        <p:nvSpPr>
          <p:cNvPr id="10" name="Text Placeholder 4">
            <a:extLst>
              <a:ext uri="{FF2B5EF4-FFF2-40B4-BE49-F238E27FC236}">
                <a16:creationId xmlns:a16="http://schemas.microsoft.com/office/drawing/2014/main" id="{4BB2511C-FA6B-786F-A4C7-3DC05FBAD19E}"/>
              </a:ext>
            </a:extLst>
          </p:cNvPr>
          <p:cNvSpPr>
            <a:spLocks noGrp="1"/>
          </p:cNvSpPr>
          <p:nvPr>
            <p:ph type="body" sz="quarter" idx="13" hasCustomPrompt="1"/>
          </p:nvPr>
        </p:nvSpPr>
        <p:spPr>
          <a:xfrm>
            <a:off x="8077016" y="2744160"/>
            <a:ext cx="3532372" cy="615553"/>
          </a:xfrm>
        </p:spPr>
        <p:txBody>
          <a:bodyPr/>
          <a:lstStyle>
            <a:lvl1pPr marL="0" indent="0">
              <a:buSzPct val="100000"/>
              <a:buFont typeface="Arial" panose="020B0604020202020204" pitchFamily="34" charset="0"/>
              <a:buNone/>
              <a:defRPr sz="20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a:t>
            </a:r>
          </a:p>
        </p:txBody>
      </p:sp>
      <p:sp>
        <p:nvSpPr>
          <p:cNvPr id="11" name="Text Placeholder 4">
            <a:extLst>
              <a:ext uri="{FF2B5EF4-FFF2-40B4-BE49-F238E27FC236}">
                <a16:creationId xmlns:a16="http://schemas.microsoft.com/office/drawing/2014/main" id="{84401C60-F88F-7DB3-5EDC-F351AA89E476}"/>
              </a:ext>
            </a:extLst>
          </p:cNvPr>
          <p:cNvSpPr>
            <a:spLocks noGrp="1"/>
          </p:cNvSpPr>
          <p:nvPr>
            <p:ph type="body" sz="quarter" idx="14" hasCustomPrompt="1"/>
          </p:nvPr>
        </p:nvSpPr>
        <p:spPr>
          <a:xfrm>
            <a:off x="3362142" y="4015813"/>
            <a:ext cx="3532372" cy="615553"/>
          </a:xfrm>
        </p:spPr>
        <p:txBody>
          <a:bodyPr/>
          <a:lstStyle>
            <a:lvl1pPr marL="0" indent="0">
              <a:buSzPct val="100000"/>
              <a:buFont typeface="Arial" panose="020B0604020202020204" pitchFamily="34" charset="0"/>
              <a:buNone/>
              <a:defRPr sz="20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a:t>
            </a:r>
          </a:p>
        </p:txBody>
      </p:sp>
      <p:sp>
        <p:nvSpPr>
          <p:cNvPr id="13" name="Text Placeholder 4">
            <a:extLst>
              <a:ext uri="{FF2B5EF4-FFF2-40B4-BE49-F238E27FC236}">
                <a16:creationId xmlns:a16="http://schemas.microsoft.com/office/drawing/2014/main" id="{4F0E90F9-865C-2FDD-F964-D0A439FADDE4}"/>
              </a:ext>
            </a:extLst>
          </p:cNvPr>
          <p:cNvSpPr>
            <a:spLocks noGrp="1"/>
          </p:cNvSpPr>
          <p:nvPr>
            <p:ph type="body" sz="quarter" idx="15" hasCustomPrompt="1"/>
          </p:nvPr>
        </p:nvSpPr>
        <p:spPr>
          <a:xfrm>
            <a:off x="8077016" y="4015813"/>
            <a:ext cx="3532372" cy="615553"/>
          </a:xfrm>
        </p:spPr>
        <p:txBody>
          <a:bodyPr/>
          <a:lstStyle>
            <a:lvl1pPr marL="0" indent="0">
              <a:buSzPct val="100000"/>
              <a:buFont typeface="Arial" panose="020B0604020202020204" pitchFamily="34" charset="0"/>
              <a:buNone/>
              <a:defRPr sz="20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a:t>
            </a:r>
          </a:p>
        </p:txBody>
      </p:sp>
      <p:sp>
        <p:nvSpPr>
          <p:cNvPr id="14" name="Text Placeholder 4">
            <a:extLst>
              <a:ext uri="{FF2B5EF4-FFF2-40B4-BE49-F238E27FC236}">
                <a16:creationId xmlns:a16="http://schemas.microsoft.com/office/drawing/2014/main" id="{55A1A458-F1AF-98F6-ACB5-57CF62E96644}"/>
              </a:ext>
            </a:extLst>
          </p:cNvPr>
          <p:cNvSpPr>
            <a:spLocks noGrp="1"/>
          </p:cNvSpPr>
          <p:nvPr>
            <p:ph type="body" sz="quarter" idx="16" hasCustomPrompt="1"/>
          </p:nvPr>
        </p:nvSpPr>
        <p:spPr>
          <a:xfrm>
            <a:off x="3362142" y="5287463"/>
            <a:ext cx="3532372" cy="615553"/>
          </a:xfrm>
        </p:spPr>
        <p:txBody>
          <a:bodyPr/>
          <a:lstStyle>
            <a:lvl1pPr marL="0" indent="0">
              <a:buSzPct val="100000"/>
              <a:buFont typeface="Arial" panose="020B0604020202020204" pitchFamily="34" charset="0"/>
              <a:buNone/>
              <a:defRPr sz="20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a:t>
            </a:r>
          </a:p>
        </p:txBody>
      </p:sp>
      <p:sp>
        <p:nvSpPr>
          <p:cNvPr id="15" name="Text Placeholder 4">
            <a:extLst>
              <a:ext uri="{FF2B5EF4-FFF2-40B4-BE49-F238E27FC236}">
                <a16:creationId xmlns:a16="http://schemas.microsoft.com/office/drawing/2014/main" id="{AEDA8387-0AE1-03F1-FEBA-E00B2A9F1CDA}"/>
              </a:ext>
            </a:extLst>
          </p:cNvPr>
          <p:cNvSpPr>
            <a:spLocks noGrp="1"/>
          </p:cNvSpPr>
          <p:nvPr>
            <p:ph type="body" sz="quarter" idx="17" hasCustomPrompt="1"/>
          </p:nvPr>
        </p:nvSpPr>
        <p:spPr>
          <a:xfrm>
            <a:off x="8077016" y="5287463"/>
            <a:ext cx="3532372" cy="615553"/>
          </a:xfrm>
        </p:spPr>
        <p:txBody>
          <a:bodyPr/>
          <a:lstStyle>
            <a:lvl1pPr marL="0" indent="0">
              <a:buSzPct val="100000"/>
              <a:buFont typeface="Arial" panose="020B0604020202020204" pitchFamily="34" charset="0"/>
              <a:buNone/>
              <a:defRPr sz="20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a:t>
            </a:r>
          </a:p>
        </p:txBody>
      </p:sp>
      <p:sp>
        <p:nvSpPr>
          <p:cNvPr id="38" name="Text Placeholder 31">
            <a:extLst>
              <a:ext uri="{FF2B5EF4-FFF2-40B4-BE49-F238E27FC236}">
                <a16:creationId xmlns:a16="http://schemas.microsoft.com/office/drawing/2014/main" id="{82CE9398-7433-9B5B-9954-2F3D03E21ECE}"/>
              </a:ext>
            </a:extLst>
          </p:cNvPr>
          <p:cNvSpPr>
            <a:spLocks noGrp="1"/>
          </p:cNvSpPr>
          <p:nvPr>
            <p:ph type="body" sz="quarter" idx="20" hasCustomPrompt="1"/>
          </p:nvPr>
        </p:nvSpPr>
        <p:spPr>
          <a:xfrm>
            <a:off x="2470150" y="2708339"/>
            <a:ext cx="687196" cy="687196"/>
          </a:xfrm>
          <a:prstGeom prst="ellipse">
            <a:avLst/>
          </a:prstGeom>
          <a:solidFill>
            <a:srgbClr val="091F2C"/>
          </a:solidFill>
          <a:ln w="3175">
            <a:solidFill>
              <a:schemeClr val="tx1">
                <a:alpha val="27000"/>
              </a:schemeClr>
            </a:solidFill>
          </a:ln>
        </p:spPr>
        <p:txBody>
          <a:bodyPr anchor="ctr">
            <a:noAutofit/>
          </a:bodyPr>
          <a:lstStyle>
            <a:lvl1pPr algn="ctr">
              <a:buNone/>
              <a:defRPr sz="3200" b="1">
                <a:solidFill>
                  <a:schemeClr val="accent1"/>
                </a:solidFill>
                <a:latin typeface="+mn-lt"/>
              </a:defRPr>
            </a:lvl1pPr>
          </a:lstStyle>
          <a:p>
            <a:pPr lvl="0"/>
            <a:r>
              <a:rPr lang="en-US"/>
              <a:t>2</a:t>
            </a:r>
          </a:p>
        </p:txBody>
      </p:sp>
      <p:sp>
        <p:nvSpPr>
          <p:cNvPr id="45" name="Oval 44">
            <a:extLst>
              <a:ext uri="{FF2B5EF4-FFF2-40B4-BE49-F238E27FC236}">
                <a16:creationId xmlns:a16="http://schemas.microsoft.com/office/drawing/2014/main" id="{16B77EEF-CF89-3A51-3FB1-DC1BC8FA4938}"/>
              </a:ext>
            </a:extLst>
          </p:cNvPr>
          <p:cNvSpPr/>
          <p:nvPr userDrawn="1"/>
        </p:nvSpPr>
        <p:spPr bwMode="auto">
          <a:xfrm>
            <a:off x="2470150" y="2708339"/>
            <a:ext cx="687196" cy="687196"/>
          </a:xfrm>
          <a:prstGeom prst="ellipse">
            <a:avLst/>
          </a:prstGeom>
          <a:solidFill>
            <a:srgbClr val="091F2C"/>
          </a:solidFill>
          <a:ln w="3175">
            <a:solidFill>
              <a:schemeClr val="tx1">
                <a:alpha val="27000"/>
              </a:schemeClr>
            </a:solidFill>
          </a:ln>
        </p:spPr>
        <p:txBody>
          <a:bodyPr vert="horz" wrap="square" lIns="0" tIns="0" rIns="0" bIns="0" rtlCol="0" anchor="ctr">
            <a:noAutofit/>
          </a:bodyPr>
          <a:lstStyle/>
          <a:p>
            <a:pPr marL="228600" marR="0" lvl="0" indent="-228600" algn="ctr" defTabSz="932742" fontAlgn="auto">
              <a:lnSpc>
                <a:spcPct val="100000"/>
              </a:lnSpc>
              <a:spcBef>
                <a:spcPct val="20000"/>
              </a:spcBef>
              <a:spcAft>
                <a:spcPts val="0"/>
              </a:spcAft>
              <a:buClrTx/>
              <a:buSzPct val="90000"/>
              <a:buFont typeface="Wingdings" panose="05000000000000000000" pitchFamily="2" charset="2"/>
              <a:buNone/>
              <a:tabLst/>
            </a:pPr>
            <a:r>
              <a:rPr lang="en-US" sz="3200" b="1" spc="0" baseline="0">
                <a:solidFill>
                  <a:schemeClr val="accent1"/>
                </a:solidFill>
                <a:cs typeface="Segoe UI" panose="020B0502040204020203" pitchFamily="34" charset="0"/>
              </a:rPr>
              <a:t>2</a:t>
            </a:r>
          </a:p>
        </p:txBody>
      </p:sp>
      <p:sp>
        <p:nvSpPr>
          <p:cNvPr id="46" name="Oval 45">
            <a:extLst>
              <a:ext uri="{FF2B5EF4-FFF2-40B4-BE49-F238E27FC236}">
                <a16:creationId xmlns:a16="http://schemas.microsoft.com/office/drawing/2014/main" id="{34EED089-899E-9B4B-1332-84B1B197A37D}"/>
              </a:ext>
            </a:extLst>
          </p:cNvPr>
          <p:cNvSpPr/>
          <p:nvPr userDrawn="1"/>
        </p:nvSpPr>
        <p:spPr bwMode="auto">
          <a:xfrm>
            <a:off x="2470150" y="1436688"/>
            <a:ext cx="687196" cy="687196"/>
          </a:xfrm>
          <a:prstGeom prst="ellipse">
            <a:avLst/>
          </a:prstGeom>
          <a:solidFill>
            <a:srgbClr val="091F2C"/>
          </a:solidFill>
          <a:ln w="3175">
            <a:solidFill>
              <a:schemeClr val="tx1">
                <a:alpha val="27000"/>
              </a:schemeClr>
            </a:solidFill>
          </a:ln>
        </p:spPr>
        <p:txBody>
          <a:bodyPr vert="horz" wrap="square" lIns="0" tIns="0" rIns="0" bIns="0" rtlCol="0" anchor="ctr">
            <a:noAutofit/>
          </a:bodyPr>
          <a:lstStyle/>
          <a:p>
            <a:pPr marL="228600" marR="0" lvl="0" indent="-228600" algn="ctr" defTabSz="932742" fontAlgn="auto">
              <a:lnSpc>
                <a:spcPct val="100000"/>
              </a:lnSpc>
              <a:spcBef>
                <a:spcPct val="20000"/>
              </a:spcBef>
              <a:spcAft>
                <a:spcPts val="0"/>
              </a:spcAft>
              <a:buClrTx/>
              <a:buSzPct val="90000"/>
              <a:buFont typeface="Wingdings" panose="05000000000000000000" pitchFamily="2" charset="2"/>
              <a:buNone/>
              <a:tabLst/>
            </a:pPr>
            <a:r>
              <a:rPr lang="en-US" sz="3200" b="1" spc="0" baseline="0">
                <a:solidFill>
                  <a:schemeClr val="accent1"/>
                </a:solidFill>
                <a:cs typeface="Segoe UI" panose="020B0502040204020203" pitchFamily="34" charset="0"/>
              </a:rPr>
              <a:t>1</a:t>
            </a:r>
          </a:p>
        </p:txBody>
      </p:sp>
      <p:sp>
        <p:nvSpPr>
          <p:cNvPr id="47" name="Oval 46">
            <a:extLst>
              <a:ext uri="{FF2B5EF4-FFF2-40B4-BE49-F238E27FC236}">
                <a16:creationId xmlns:a16="http://schemas.microsoft.com/office/drawing/2014/main" id="{2EC0CF99-EFDC-0B15-9717-6A90C25BFE03}"/>
              </a:ext>
            </a:extLst>
          </p:cNvPr>
          <p:cNvSpPr/>
          <p:nvPr userDrawn="1"/>
        </p:nvSpPr>
        <p:spPr bwMode="auto">
          <a:xfrm>
            <a:off x="2470150" y="5251641"/>
            <a:ext cx="687196" cy="687196"/>
          </a:xfrm>
          <a:prstGeom prst="ellipse">
            <a:avLst/>
          </a:prstGeom>
          <a:solidFill>
            <a:srgbClr val="091F2C"/>
          </a:solidFill>
          <a:ln w="3175">
            <a:solidFill>
              <a:schemeClr val="tx1">
                <a:alpha val="27000"/>
              </a:schemeClr>
            </a:solidFill>
          </a:ln>
        </p:spPr>
        <p:txBody>
          <a:bodyPr vert="horz" wrap="square" lIns="0" tIns="0" rIns="0" bIns="0" rtlCol="0" anchor="ctr">
            <a:noAutofit/>
          </a:bodyPr>
          <a:lstStyle/>
          <a:p>
            <a:pPr marL="228600" marR="0" lvl="0" indent="-228600" algn="ctr" defTabSz="932742" fontAlgn="auto">
              <a:lnSpc>
                <a:spcPct val="100000"/>
              </a:lnSpc>
              <a:spcBef>
                <a:spcPct val="20000"/>
              </a:spcBef>
              <a:spcAft>
                <a:spcPts val="0"/>
              </a:spcAft>
              <a:buClrTx/>
              <a:buSzPct val="90000"/>
              <a:buFont typeface="Wingdings" panose="05000000000000000000" pitchFamily="2" charset="2"/>
              <a:buNone/>
              <a:tabLst/>
            </a:pPr>
            <a:r>
              <a:rPr lang="en-US" sz="3200" b="1" spc="0" baseline="0">
                <a:solidFill>
                  <a:schemeClr val="accent1"/>
                </a:solidFill>
                <a:cs typeface="Segoe UI" panose="020B0502040204020203" pitchFamily="34" charset="0"/>
              </a:rPr>
              <a:t>4</a:t>
            </a:r>
          </a:p>
        </p:txBody>
      </p:sp>
      <p:sp>
        <p:nvSpPr>
          <p:cNvPr id="48" name="Oval 47">
            <a:extLst>
              <a:ext uri="{FF2B5EF4-FFF2-40B4-BE49-F238E27FC236}">
                <a16:creationId xmlns:a16="http://schemas.microsoft.com/office/drawing/2014/main" id="{7B42A3CF-6F26-8D15-F208-7CEE5DB5E516}"/>
              </a:ext>
            </a:extLst>
          </p:cNvPr>
          <p:cNvSpPr/>
          <p:nvPr userDrawn="1"/>
        </p:nvSpPr>
        <p:spPr bwMode="auto">
          <a:xfrm>
            <a:off x="2470150" y="3979992"/>
            <a:ext cx="687196" cy="687196"/>
          </a:xfrm>
          <a:prstGeom prst="ellipse">
            <a:avLst/>
          </a:prstGeom>
          <a:solidFill>
            <a:srgbClr val="091F2C"/>
          </a:solidFill>
          <a:ln w="3175">
            <a:solidFill>
              <a:schemeClr val="tx1">
                <a:alpha val="27000"/>
              </a:schemeClr>
            </a:solidFill>
          </a:ln>
        </p:spPr>
        <p:txBody>
          <a:bodyPr vert="horz" wrap="square" lIns="0" tIns="0" rIns="0" bIns="0" rtlCol="0" anchor="ctr">
            <a:noAutofit/>
          </a:bodyPr>
          <a:lstStyle/>
          <a:p>
            <a:pPr marL="228600" marR="0" lvl="0" indent="-228600" algn="ctr" defTabSz="932742" fontAlgn="auto">
              <a:lnSpc>
                <a:spcPct val="100000"/>
              </a:lnSpc>
              <a:spcBef>
                <a:spcPct val="20000"/>
              </a:spcBef>
              <a:spcAft>
                <a:spcPts val="0"/>
              </a:spcAft>
              <a:buClrTx/>
              <a:buSzPct val="90000"/>
              <a:buFont typeface="Wingdings" panose="05000000000000000000" pitchFamily="2" charset="2"/>
              <a:buNone/>
              <a:tabLst/>
            </a:pPr>
            <a:r>
              <a:rPr lang="en-US" sz="3200" b="1" spc="0" baseline="0">
                <a:solidFill>
                  <a:schemeClr val="accent1"/>
                </a:solidFill>
                <a:cs typeface="Segoe UI" panose="020B0502040204020203" pitchFamily="34" charset="0"/>
              </a:rPr>
              <a:t>3</a:t>
            </a:r>
          </a:p>
        </p:txBody>
      </p:sp>
      <p:sp>
        <p:nvSpPr>
          <p:cNvPr id="49" name="Oval 48">
            <a:extLst>
              <a:ext uri="{FF2B5EF4-FFF2-40B4-BE49-F238E27FC236}">
                <a16:creationId xmlns:a16="http://schemas.microsoft.com/office/drawing/2014/main" id="{9EDD5216-EDDD-0EEB-329E-3B3C7123034B}"/>
              </a:ext>
            </a:extLst>
          </p:cNvPr>
          <p:cNvSpPr/>
          <p:nvPr userDrawn="1"/>
        </p:nvSpPr>
        <p:spPr bwMode="auto">
          <a:xfrm>
            <a:off x="7185024" y="2708339"/>
            <a:ext cx="687196" cy="687196"/>
          </a:xfrm>
          <a:prstGeom prst="ellipse">
            <a:avLst/>
          </a:prstGeom>
          <a:solidFill>
            <a:srgbClr val="091F2C"/>
          </a:solidFill>
          <a:ln w="3175">
            <a:solidFill>
              <a:schemeClr val="tx1">
                <a:alpha val="27000"/>
              </a:schemeClr>
            </a:solidFill>
          </a:ln>
        </p:spPr>
        <p:txBody>
          <a:bodyPr vert="horz" wrap="square" lIns="0" tIns="0" rIns="0" bIns="0" rtlCol="0" anchor="ctr">
            <a:noAutofit/>
          </a:bodyPr>
          <a:lstStyle/>
          <a:p>
            <a:pPr marL="228600" marR="0" lvl="0" indent="-228600" algn="ctr" defTabSz="932742" fontAlgn="auto">
              <a:lnSpc>
                <a:spcPct val="100000"/>
              </a:lnSpc>
              <a:spcBef>
                <a:spcPct val="20000"/>
              </a:spcBef>
              <a:spcAft>
                <a:spcPts val="0"/>
              </a:spcAft>
              <a:buClrTx/>
              <a:buSzPct val="90000"/>
              <a:buFont typeface="Wingdings" panose="05000000000000000000" pitchFamily="2" charset="2"/>
              <a:buNone/>
              <a:tabLst/>
            </a:pPr>
            <a:r>
              <a:rPr lang="en-US" sz="3200" b="1" spc="0" baseline="0">
                <a:solidFill>
                  <a:schemeClr val="accent1"/>
                </a:solidFill>
                <a:cs typeface="Segoe UI" panose="020B0502040204020203" pitchFamily="34" charset="0"/>
              </a:rPr>
              <a:t>6</a:t>
            </a:r>
          </a:p>
        </p:txBody>
      </p:sp>
      <p:sp>
        <p:nvSpPr>
          <p:cNvPr id="50" name="Oval 49">
            <a:extLst>
              <a:ext uri="{FF2B5EF4-FFF2-40B4-BE49-F238E27FC236}">
                <a16:creationId xmlns:a16="http://schemas.microsoft.com/office/drawing/2014/main" id="{6387AF57-2674-E5C0-C3AC-36A5F38D2933}"/>
              </a:ext>
            </a:extLst>
          </p:cNvPr>
          <p:cNvSpPr/>
          <p:nvPr userDrawn="1"/>
        </p:nvSpPr>
        <p:spPr bwMode="auto">
          <a:xfrm>
            <a:off x="7185024" y="1436688"/>
            <a:ext cx="687196" cy="687196"/>
          </a:xfrm>
          <a:prstGeom prst="ellipse">
            <a:avLst/>
          </a:prstGeom>
          <a:solidFill>
            <a:srgbClr val="091F2C"/>
          </a:solidFill>
          <a:ln w="3175">
            <a:solidFill>
              <a:schemeClr val="tx1">
                <a:alpha val="27000"/>
              </a:schemeClr>
            </a:solidFill>
          </a:ln>
        </p:spPr>
        <p:txBody>
          <a:bodyPr vert="horz" wrap="square" lIns="0" tIns="0" rIns="0" bIns="0" rtlCol="0" anchor="ctr">
            <a:noAutofit/>
          </a:bodyPr>
          <a:lstStyle/>
          <a:p>
            <a:pPr marL="228600" marR="0" lvl="0" indent="-228600" algn="ctr" defTabSz="932742" fontAlgn="auto">
              <a:lnSpc>
                <a:spcPct val="100000"/>
              </a:lnSpc>
              <a:spcBef>
                <a:spcPct val="20000"/>
              </a:spcBef>
              <a:spcAft>
                <a:spcPts val="0"/>
              </a:spcAft>
              <a:buClrTx/>
              <a:buSzPct val="90000"/>
              <a:buFont typeface="Wingdings" panose="05000000000000000000" pitchFamily="2" charset="2"/>
              <a:buNone/>
              <a:tabLst/>
            </a:pPr>
            <a:r>
              <a:rPr lang="en-US" sz="3200" b="1" spc="0" baseline="0">
                <a:solidFill>
                  <a:schemeClr val="accent1"/>
                </a:solidFill>
                <a:cs typeface="Segoe UI" panose="020B0502040204020203" pitchFamily="34" charset="0"/>
              </a:rPr>
              <a:t>5</a:t>
            </a:r>
          </a:p>
        </p:txBody>
      </p:sp>
      <p:sp>
        <p:nvSpPr>
          <p:cNvPr id="51" name="Oval 50">
            <a:extLst>
              <a:ext uri="{FF2B5EF4-FFF2-40B4-BE49-F238E27FC236}">
                <a16:creationId xmlns:a16="http://schemas.microsoft.com/office/drawing/2014/main" id="{429A9B74-E02B-F7CA-8366-8699080EB397}"/>
              </a:ext>
            </a:extLst>
          </p:cNvPr>
          <p:cNvSpPr/>
          <p:nvPr userDrawn="1"/>
        </p:nvSpPr>
        <p:spPr bwMode="auto">
          <a:xfrm>
            <a:off x="7185024" y="5251641"/>
            <a:ext cx="687196" cy="687196"/>
          </a:xfrm>
          <a:prstGeom prst="ellipse">
            <a:avLst/>
          </a:prstGeom>
          <a:solidFill>
            <a:srgbClr val="091F2C"/>
          </a:solidFill>
          <a:ln w="3175">
            <a:solidFill>
              <a:schemeClr val="tx1">
                <a:alpha val="27000"/>
              </a:schemeClr>
            </a:solidFill>
          </a:ln>
        </p:spPr>
        <p:txBody>
          <a:bodyPr vert="horz" wrap="square" lIns="0" tIns="0" rIns="0" bIns="0" rtlCol="0" anchor="ctr">
            <a:noAutofit/>
          </a:bodyPr>
          <a:lstStyle/>
          <a:p>
            <a:pPr marL="228600" marR="0" lvl="0" indent="-228600" algn="ctr" defTabSz="932742" fontAlgn="auto">
              <a:lnSpc>
                <a:spcPct val="100000"/>
              </a:lnSpc>
              <a:spcBef>
                <a:spcPct val="20000"/>
              </a:spcBef>
              <a:spcAft>
                <a:spcPts val="0"/>
              </a:spcAft>
              <a:buClrTx/>
              <a:buSzPct val="90000"/>
              <a:buFont typeface="Wingdings" panose="05000000000000000000" pitchFamily="2" charset="2"/>
              <a:buNone/>
              <a:tabLst/>
            </a:pPr>
            <a:r>
              <a:rPr lang="en-US" sz="3200" b="1" spc="0" baseline="0">
                <a:solidFill>
                  <a:schemeClr val="accent1"/>
                </a:solidFill>
                <a:cs typeface="Segoe UI" panose="020B0502040204020203" pitchFamily="34" charset="0"/>
              </a:rPr>
              <a:t>8</a:t>
            </a:r>
          </a:p>
        </p:txBody>
      </p:sp>
      <p:sp>
        <p:nvSpPr>
          <p:cNvPr id="52" name="Oval 51">
            <a:extLst>
              <a:ext uri="{FF2B5EF4-FFF2-40B4-BE49-F238E27FC236}">
                <a16:creationId xmlns:a16="http://schemas.microsoft.com/office/drawing/2014/main" id="{4688EEE8-B1A0-3C9E-589E-EC80C19CC870}"/>
              </a:ext>
            </a:extLst>
          </p:cNvPr>
          <p:cNvSpPr/>
          <p:nvPr userDrawn="1"/>
        </p:nvSpPr>
        <p:spPr bwMode="auto">
          <a:xfrm>
            <a:off x="7185024" y="3979992"/>
            <a:ext cx="687196" cy="687196"/>
          </a:xfrm>
          <a:prstGeom prst="ellipse">
            <a:avLst/>
          </a:prstGeom>
          <a:solidFill>
            <a:srgbClr val="091F2C"/>
          </a:solidFill>
          <a:ln w="3175">
            <a:solidFill>
              <a:schemeClr val="tx1">
                <a:alpha val="27000"/>
              </a:schemeClr>
            </a:solidFill>
          </a:ln>
        </p:spPr>
        <p:txBody>
          <a:bodyPr vert="horz" wrap="square" lIns="0" tIns="0" rIns="0" bIns="0" rtlCol="0" anchor="ctr">
            <a:noAutofit/>
          </a:bodyPr>
          <a:lstStyle/>
          <a:p>
            <a:pPr marL="228600" marR="0" lvl="0" indent="-228600" algn="ctr" defTabSz="932742" fontAlgn="auto">
              <a:lnSpc>
                <a:spcPct val="100000"/>
              </a:lnSpc>
              <a:spcBef>
                <a:spcPct val="20000"/>
              </a:spcBef>
              <a:spcAft>
                <a:spcPts val="0"/>
              </a:spcAft>
              <a:buClrTx/>
              <a:buSzPct val="90000"/>
              <a:buFont typeface="Wingdings" panose="05000000000000000000" pitchFamily="2" charset="2"/>
              <a:buNone/>
              <a:tabLst/>
            </a:pPr>
            <a:r>
              <a:rPr lang="en-US" sz="3200" b="1" spc="0" baseline="0">
                <a:solidFill>
                  <a:schemeClr val="accent1"/>
                </a:solidFill>
                <a:cs typeface="Segoe UI" panose="020B0502040204020203" pitchFamily="34" charset="0"/>
              </a:rPr>
              <a:t>7</a:t>
            </a:r>
          </a:p>
        </p:txBody>
      </p:sp>
    </p:spTree>
    <p:extLst>
      <p:ext uri="{BB962C8B-B14F-4D97-AF65-F5344CB8AC3E}">
        <p14:creationId xmlns:p14="http://schemas.microsoft.com/office/powerpoint/2010/main" val="1599504615"/>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36" userDrawn="1">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Agenda_2">
    <p:spTree>
      <p:nvGrpSpPr>
        <p:cNvPr id="1" name=""/>
        <p:cNvGrpSpPr/>
        <p:nvPr/>
      </p:nvGrpSpPr>
      <p:grpSpPr>
        <a:xfrm>
          <a:off x="0" y="0"/>
          <a:ext cx="0" cy="0"/>
          <a:chOff x="0" y="0"/>
          <a:chExt cx="0" cy="0"/>
        </a:xfrm>
      </p:grpSpPr>
      <p:sp>
        <p:nvSpPr>
          <p:cNvPr id="63" name="Title 1">
            <a:extLst>
              <a:ext uri="{FF2B5EF4-FFF2-40B4-BE49-F238E27FC236}">
                <a16:creationId xmlns:a16="http://schemas.microsoft.com/office/drawing/2014/main" id="{61837213-2F00-7C5C-F362-8E16E7E5983A}"/>
              </a:ext>
            </a:extLst>
          </p:cNvPr>
          <p:cNvSpPr txBox="1">
            <a:spLocks/>
          </p:cNvSpPr>
          <p:nvPr userDrawn="1"/>
        </p:nvSpPr>
        <p:spPr>
          <a:xfrm>
            <a:off x="584200" y="556959"/>
            <a:ext cx="3390900" cy="877824"/>
          </a:xfrm>
          <a:prstGeom prst="roundRect">
            <a:avLst>
              <a:gd name="adj" fmla="val 50108"/>
            </a:avLst>
          </a:prstGeom>
          <a:gradFill>
            <a:gsLst>
              <a:gs pos="0">
                <a:srgbClr val="8449A9"/>
              </a:gs>
              <a:gs pos="100000">
                <a:srgbClr val="0538BB"/>
              </a:gs>
            </a:gsLst>
            <a:lin ang="2700000" scaled="1"/>
          </a:gradFill>
        </p:spPr>
        <p:txBody>
          <a:bodyPr vert="horz" wrap="square" lIns="0" tIns="0" rIns="0" bIns="0" rtlCol="0" anchor="ctr">
            <a:noAutofit/>
          </a:bodyPr>
          <a:lstStyle>
            <a:lvl1pPr marL="742950" indent="0" algn="l" defTabSz="932742" rtl="0" eaLnBrk="1" latinLnBrk="0" hangingPunct="1">
              <a:lnSpc>
                <a:spcPct val="100000"/>
              </a:lnSpc>
              <a:spcBef>
                <a:spcPct val="0"/>
              </a:spcBef>
              <a:buNone/>
              <a:defRPr lang="en-US" sz="4000" b="0" kern="1200" cap="none" spc="-50" baseline="0" dirty="0" smtClean="0">
                <a:ln w="3175">
                  <a:noFill/>
                </a:ln>
                <a:solidFill>
                  <a:schemeClr val="tx1"/>
                </a:solidFill>
                <a:effectLst/>
                <a:latin typeface="Aptos SemiBold" panose="020B0004020202020204" pitchFamily="34" charset="0"/>
                <a:ea typeface="+mn-ea"/>
                <a:cs typeface="Segoe UI" pitchFamily="34" charset="0"/>
              </a:defRPr>
            </a:lvl1pPr>
          </a:lstStyle>
          <a:p>
            <a:endParaRPr lang="en-US"/>
          </a:p>
        </p:txBody>
      </p:sp>
      <p:pic>
        <p:nvPicPr>
          <p:cNvPr id="36" name="Picture 35" descr="A silver shield with text and stars&#10;&#10;AI-generated content may be incorrect.">
            <a:extLst>
              <a:ext uri="{FF2B5EF4-FFF2-40B4-BE49-F238E27FC236}">
                <a16:creationId xmlns:a16="http://schemas.microsoft.com/office/drawing/2014/main" id="{74FF1801-287D-2733-9928-4E90A7D39335}"/>
              </a:ext>
            </a:extLst>
          </p:cNvPr>
          <p:cNvPicPr>
            <a:picLocks noChangeAspect="1"/>
          </p:cNvPicPr>
          <p:nvPr userDrawn="1"/>
        </p:nvPicPr>
        <p:blipFill>
          <a:blip r:embed="rId2">
            <a:alphaModFix/>
          </a:blip>
          <a:srcRect l="3844" t="2514" r="4223" b="5918"/>
          <a:stretch>
            <a:fillRect/>
          </a:stretch>
        </p:blipFill>
        <p:spPr>
          <a:xfrm>
            <a:off x="11385550" y="288925"/>
            <a:ext cx="512761" cy="510720"/>
          </a:xfrm>
          <a:prstGeom prst="rect">
            <a:avLst/>
          </a:prstGeom>
          <a:effectLst/>
        </p:spPr>
      </p:pic>
      <p:sp>
        <p:nvSpPr>
          <p:cNvPr id="3" name="Title 1">
            <a:extLst>
              <a:ext uri="{FF2B5EF4-FFF2-40B4-BE49-F238E27FC236}">
                <a16:creationId xmlns:a16="http://schemas.microsoft.com/office/drawing/2014/main" id="{2F6C29B5-D986-9324-FCA9-94495855D843}"/>
              </a:ext>
            </a:extLst>
          </p:cNvPr>
          <p:cNvSpPr>
            <a:spLocks noGrp="1"/>
          </p:cNvSpPr>
          <p:nvPr>
            <p:ph type="title" hasCustomPrompt="1"/>
          </p:nvPr>
        </p:nvSpPr>
        <p:spPr>
          <a:xfrm>
            <a:off x="1609412" y="688094"/>
            <a:ext cx="1943161" cy="615553"/>
          </a:xfrm>
          <a:prstGeom prst="rect">
            <a:avLst/>
          </a:prstGeom>
          <a:noFill/>
        </p:spPr>
        <p:txBody>
          <a:bodyPr wrap="square" anchor="ctr">
            <a:spAutoFit/>
          </a:bodyPr>
          <a:lstStyle>
            <a:lvl1pPr marL="0" indent="0">
              <a:defRPr sz="4000"/>
            </a:lvl1pPr>
          </a:lstStyle>
          <a:p>
            <a:r>
              <a:rPr lang="en-US"/>
              <a:t>AGENDA</a:t>
            </a:r>
          </a:p>
        </p:txBody>
      </p:sp>
      <p:sp>
        <p:nvSpPr>
          <p:cNvPr id="4" name="Rectangle 3">
            <a:extLst>
              <a:ext uri="{FF2B5EF4-FFF2-40B4-BE49-F238E27FC236}">
                <a16:creationId xmlns:a16="http://schemas.microsoft.com/office/drawing/2014/main" id="{1CBDF14E-C1F4-5208-C988-86EEB1382F8C}"/>
              </a:ext>
            </a:extLst>
          </p:cNvPr>
          <p:cNvSpPr/>
          <p:nvPr userDrawn="1"/>
        </p:nvSpPr>
        <p:spPr bwMode="auto">
          <a:xfrm>
            <a:off x="0" y="1711927"/>
            <a:ext cx="12192000" cy="4650773"/>
          </a:xfrm>
          <a:prstGeom prst="rect">
            <a:avLst/>
          </a:prstGeom>
          <a:solidFill>
            <a:schemeClr val="tx1">
              <a:alpha val="7000"/>
            </a:schemeClr>
          </a:solidFill>
          <a:ln w="12700">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44000" tIns="146304" rIns="182880" bIns="146304" numCol="1" spcCol="0" rtlCol="0" fromWordArt="0" anchor="ctr" anchorCtr="0" forceAA="0" compatLnSpc="1">
            <a:prstTxWarp prst="textNoShape">
              <a:avLst/>
            </a:prstTxWarp>
            <a:normAutofit/>
          </a:bodyPr>
          <a:lstStyle/>
          <a:p>
            <a:pPr defTabSz="932114" fontAlgn="base">
              <a:spcBef>
                <a:spcPct val="0"/>
              </a:spcBef>
              <a:spcAft>
                <a:spcPct val="0"/>
              </a:spcAft>
            </a:pPr>
            <a:endParaRPr lang="en-US" sz="1200" err="1">
              <a:solidFill>
                <a:srgbClr val="FFFFFF"/>
              </a:solidFill>
              <a:latin typeface="Segoe UI Semibold"/>
              <a:cs typeface="Segoe UI" pitchFamily="34" charset="0"/>
            </a:endParaRPr>
          </a:p>
        </p:txBody>
      </p:sp>
      <p:cxnSp>
        <p:nvCxnSpPr>
          <p:cNvPr id="22" name="Straight Connector 21">
            <a:extLst>
              <a:ext uri="{FF2B5EF4-FFF2-40B4-BE49-F238E27FC236}">
                <a16:creationId xmlns:a16="http://schemas.microsoft.com/office/drawing/2014/main" id="{1D79FECC-2080-6B5D-93B4-DB21ABF0A051}"/>
              </a:ext>
            </a:extLst>
          </p:cNvPr>
          <p:cNvCxnSpPr>
            <a:cxnSpLocks/>
          </p:cNvCxnSpPr>
          <p:nvPr userDrawn="1"/>
        </p:nvCxnSpPr>
        <p:spPr>
          <a:xfrm>
            <a:off x="1350962" y="2874621"/>
            <a:ext cx="4593772" cy="0"/>
          </a:xfrm>
          <a:prstGeom prst="line">
            <a:avLst/>
          </a:prstGeom>
          <a:ln w="635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79834E87-35A9-476B-9068-0B52ADE4E99C}"/>
              </a:ext>
            </a:extLst>
          </p:cNvPr>
          <p:cNvCxnSpPr>
            <a:cxnSpLocks/>
          </p:cNvCxnSpPr>
          <p:nvPr userDrawn="1"/>
        </p:nvCxnSpPr>
        <p:spPr>
          <a:xfrm>
            <a:off x="1350962" y="4037315"/>
            <a:ext cx="4593772" cy="0"/>
          </a:xfrm>
          <a:prstGeom prst="line">
            <a:avLst/>
          </a:prstGeom>
          <a:ln w="635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C69040A5-BC74-BDEA-E89B-C30EB27461EF}"/>
              </a:ext>
            </a:extLst>
          </p:cNvPr>
          <p:cNvCxnSpPr>
            <a:cxnSpLocks/>
          </p:cNvCxnSpPr>
          <p:nvPr userDrawn="1"/>
        </p:nvCxnSpPr>
        <p:spPr>
          <a:xfrm>
            <a:off x="1350962" y="5200009"/>
            <a:ext cx="4593772" cy="0"/>
          </a:xfrm>
          <a:prstGeom prst="line">
            <a:avLst/>
          </a:prstGeom>
          <a:ln w="635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cxnSp>
        <p:nvCxnSpPr>
          <p:cNvPr id="48" name="Straight Connector 47">
            <a:extLst>
              <a:ext uri="{FF2B5EF4-FFF2-40B4-BE49-F238E27FC236}">
                <a16:creationId xmlns:a16="http://schemas.microsoft.com/office/drawing/2014/main" id="{409E44DC-7CB8-81D8-9C56-277CD9233843}"/>
              </a:ext>
            </a:extLst>
          </p:cNvPr>
          <p:cNvCxnSpPr>
            <a:cxnSpLocks/>
          </p:cNvCxnSpPr>
          <p:nvPr userDrawn="1"/>
        </p:nvCxnSpPr>
        <p:spPr>
          <a:xfrm>
            <a:off x="7010399" y="2874621"/>
            <a:ext cx="4593772" cy="0"/>
          </a:xfrm>
          <a:prstGeom prst="line">
            <a:avLst/>
          </a:prstGeom>
          <a:ln w="635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89A07A36-634B-1E9A-B2E0-699269172C1C}"/>
              </a:ext>
            </a:extLst>
          </p:cNvPr>
          <p:cNvCxnSpPr>
            <a:cxnSpLocks/>
          </p:cNvCxnSpPr>
          <p:nvPr userDrawn="1"/>
        </p:nvCxnSpPr>
        <p:spPr>
          <a:xfrm>
            <a:off x="7010399" y="4037315"/>
            <a:ext cx="4593772" cy="0"/>
          </a:xfrm>
          <a:prstGeom prst="line">
            <a:avLst/>
          </a:prstGeom>
          <a:ln w="635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cxnSp>
        <p:nvCxnSpPr>
          <p:cNvPr id="50" name="Straight Connector 49">
            <a:extLst>
              <a:ext uri="{FF2B5EF4-FFF2-40B4-BE49-F238E27FC236}">
                <a16:creationId xmlns:a16="http://schemas.microsoft.com/office/drawing/2014/main" id="{B1BB4B92-84F4-9E22-C1A1-FE19C497EF22}"/>
              </a:ext>
            </a:extLst>
          </p:cNvPr>
          <p:cNvCxnSpPr>
            <a:cxnSpLocks/>
          </p:cNvCxnSpPr>
          <p:nvPr userDrawn="1"/>
        </p:nvCxnSpPr>
        <p:spPr>
          <a:xfrm>
            <a:off x="7010399" y="5200009"/>
            <a:ext cx="4593772" cy="0"/>
          </a:xfrm>
          <a:prstGeom prst="line">
            <a:avLst/>
          </a:prstGeom>
          <a:ln w="635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sp>
        <p:nvSpPr>
          <p:cNvPr id="53" name="Text Placeholder 4">
            <a:extLst>
              <a:ext uri="{FF2B5EF4-FFF2-40B4-BE49-F238E27FC236}">
                <a16:creationId xmlns:a16="http://schemas.microsoft.com/office/drawing/2014/main" id="{BFCAA62A-D727-0272-C605-9B5EE79F92C7}"/>
              </a:ext>
            </a:extLst>
          </p:cNvPr>
          <p:cNvSpPr>
            <a:spLocks noGrp="1"/>
          </p:cNvSpPr>
          <p:nvPr>
            <p:ph type="body" sz="quarter" idx="10" hasCustomPrompt="1"/>
          </p:nvPr>
        </p:nvSpPr>
        <p:spPr>
          <a:xfrm>
            <a:off x="1350962" y="2016275"/>
            <a:ext cx="4597401" cy="553998"/>
          </a:xfrm>
        </p:spPr>
        <p:txBody>
          <a:bodyPr/>
          <a:lstStyle>
            <a:lvl1pPr marL="0" indent="0">
              <a:buSzPct val="100000"/>
              <a:buFont typeface="Arial" panose="020B0604020202020204" pitchFamily="34" charset="0"/>
              <a:buNone/>
              <a:defRPr sz="18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a:t>
            </a:r>
          </a:p>
        </p:txBody>
      </p:sp>
      <p:sp>
        <p:nvSpPr>
          <p:cNvPr id="54" name="Text Placeholder 4">
            <a:extLst>
              <a:ext uri="{FF2B5EF4-FFF2-40B4-BE49-F238E27FC236}">
                <a16:creationId xmlns:a16="http://schemas.microsoft.com/office/drawing/2014/main" id="{EB204ED8-AA53-E68A-BA62-EA3DABFF3CBF}"/>
              </a:ext>
            </a:extLst>
          </p:cNvPr>
          <p:cNvSpPr>
            <a:spLocks noGrp="1"/>
          </p:cNvSpPr>
          <p:nvPr>
            <p:ph type="body" sz="quarter" idx="11" hasCustomPrompt="1"/>
          </p:nvPr>
        </p:nvSpPr>
        <p:spPr>
          <a:xfrm>
            <a:off x="7010399" y="2016275"/>
            <a:ext cx="4597401" cy="553998"/>
          </a:xfrm>
        </p:spPr>
        <p:txBody>
          <a:bodyPr/>
          <a:lstStyle>
            <a:lvl1pPr marL="0" indent="0">
              <a:buSzPct val="100000"/>
              <a:buFont typeface="Arial" panose="020B0604020202020204" pitchFamily="34" charset="0"/>
              <a:buNone/>
              <a:defRPr sz="18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a:t>
            </a:r>
          </a:p>
        </p:txBody>
      </p:sp>
      <p:sp>
        <p:nvSpPr>
          <p:cNvPr id="55" name="Text Placeholder 4">
            <a:extLst>
              <a:ext uri="{FF2B5EF4-FFF2-40B4-BE49-F238E27FC236}">
                <a16:creationId xmlns:a16="http://schemas.microsoft.com/office/drawing/2014/main" id="{22D33420-D41A-87FA-1A50-B913F8753F06}"/>
              </a:ext>
            </a:extLst>
          </p:cNvPr>
          <p:cNvSpPr>
            <a:spLocks noGrp="1"/>
          </p:cNvSpPr>
          <p:nvPr>
            <p:ph type="body" sz="quarter" idx="26" hasCustomPrompt="1"/>
          </p:nvPr>
        </p:nvSpPr>
        <p:spPr>
          <a:xfrm>
            <a:off x="1350962" y="3178969"/>
            <a:ext cx="4597401" cy="553998"/>
          </a:xfrm>
        </p:spPr>
        <p:txBody>
          <a:bodyPr/>
          <a:lstStyle>
            <a:lvl1pPr marL="0" indent="0">
              <a:buSzPct val="100000"/>
              <a:buFont typeface="Arial" panose="020B0604020202020204" pitchFamily="34" charset="0"/>
              <a:buNone/>
              <a:defRPr sz="18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a:t>
            </a:r>
          </a:p>
        </p:txBody>
      </p:sp>
      <p:sp>
        <p:nvSpPr>
          <p:cNvPr id="56" name="Text Placeholder 4">
            <a:extLst>
              <a:ext uri="{FF2B5EF4-FFF2-40B4-BE49-F238E27FC236}">
                <a16:creationId xmlns:a16="http://schemas.microsoft.com/office/drawing/2014/main" id="{D344184C-BD00-5D2D-B837-743B3B8499C0}"/>
              </a:ext>
            </a:extLst>
          </p:cNvPr>
          <p:cNvSpPr>
            <a:spLocks noGrp="1"/>
          </p:cNvSpPr>
          <p:nvPr>
            <p:ph type="body" sz="quarter" idx="27" hasCustomPrompt="1"/>
          </p:nvPr>
        </p:nvSpPr>
        <p:spPr>
          <a:xfrm>
            <a:off x="7010399" y="3178969"/>
            <a:ext cx="4597401" cy="553998"/>
          </a:xfrm>
        </p:spPr>
        <p:txBody>
          <a:bodyPr/>
          <a:lstStyle>
            <a:lvl1pPr marL="0" indent="0">
              <a:buSzPct val="100000"/>
              <a:buFont typeface="Arial" panose="020B0604020202020204" pitchFamily="34" charset="0"/>
              <a:buNone/>
              <a:defRPr sz="18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a:t>
            </a:r>
          </a:p>
        </p:txBody>
      </p:sp>
      <p:sp>
        <p:nvSpPr>
          <p:cNvPr id="57" name="Text Placeholder 4">
            <a:extLst>
              <a:ext uri="{FF2B5EF4-FFF2-40B4-BE49-F238E27FC236}">
                <a16:creationId xmlns:a16="http://schemas.microsoft.com/office/drawing/2014/main" id="{09877C7B-61F8-A6A4-0BC6-9232EF27C831}"/>
              </a:ext>
            </a:extLst>
          </p:cNvPr>
          <p:cNvSpPr>
            <a:spLocks noGrp="1"/>
          </p:cNvSpPr>
          <p:nvPr>
            <p:ph type="body" sz="quarter" idx="28" hasCustomPrompt="1"/>
          </p:nvPr>
        </p:nvSpPr>
        <p:spPr>
          <a:xfrm>
            <a:off x="1350962" y="4341663"/>
            <a:ext cx="4597401" cy="553998"/>
          </a:xfrm>
        </p:spPr>
        <p:txBody>
          <a:bodyPr/>
          <a:lstStyle>
            <a:lvl1pPr marL="0" indent="0">
              <a:buSzPct val="100000"/>
              <a:buFont typeface="Arial" panose="020B0604020202020204" pitchFamily="34" charset="0"/>
              <a:buNone/>
              <a:defRPr sz="18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a:t>
            </a:r>
          </a:p>
        </p:txBody>
      </p:sp>
      <p:sp>
        <p:nvSpPr>
          <p:cNvPr id="58" name="Text Placeholder 4">
            <a:extLst>
              <a:ext uri="{FF2B5EF4-FFF2-40B4-BE49-F238E27FC236}">
                <a16:creationId xmlns:a16="http://schemas.microsoft.com/office/drawing/2014/main" id="{B0E1B07C-0A2D-DF62-01AF-23567A01FB0D}"/>
              </a:ext>
            </a:extLst>
          </p:cNvPr>
          <p:cNvSpPr>
            <a:spLocks noGrp="1"/>
          </p:cNvSpPr>
          <p:nvPr>
            <p:ph type="body" sz="quarter" idx="29" hasCustomPrompt="1"/>
          </p:nvPr>
        </p:nvSpPr>
        <p:spPr>
          <a:xfrm>
            <a:off x="7010399" y="4341663"/>
            <a:ext cx="4597401" cy="553998"/>
          </a:xfrm>
        </p:spPr>
        <p:txBody>
          <a:bodyPr/>
          <a:lstStyle>
            <a:lvl1pPr marL="0" indent="0">
              <a:buSzPct val="100000"/>
              <a:buFont typeface="Arial" panose="020B0604020202020204" pitchFamily="34" charset="0"/>
              <a:buNone/>
              <a:defRPr sz="18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a:t>
            </a:r>
          </a:p>
        </p:txBody>
      </p:sp>
      <p:sp>
        <p:nvSpPr>
          <p:cNvPr id="59" name="Text Placeholder 4">
            <a:extLst>
              <a:ext uri="{FF2B5EF4-FFF2-40B4-BE49-F238E27FC236}">
                <a16:creationId xmlns:a16="http://schemas.microsoft.com/office/drawing/2014/main" id="{2BA4E47C-8268-BDAE-77F6-231FF8E392F0}"/>
              </a:ext>
            </a:extLst>
          </p:cNvPr>
          <p:cNvSpPr>
            <a:spLocks noGrp="1"/>
          </p:cNvSpPr>
          <p:nvPr>
            <p:ph type="body" sz="quarter" idx="30" hasCustomPrompt="1"/>
          </p:nvPr>
        </p:nvSpPr>
        <p:spPr>
          <a:xfrm>
            <a:off x="1350962" y="5504357"/>
            <a:ext cx="4597401" cy="553998"/>
          </a:xfrm>
        </p:spPr>
        <p:txBody>
          <a:bodyPr/>
          <a:lstStyle>
            <a:lvl1pPr marL="0" indent="0">
              <a:buSzPct val="100000"/>
              <a:buFont typeface="Arial" panose="020B0604020202020204" pitchFamily="34" charset="0"/>
              <a:buNone/>
              <a:defRPr sz="18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a:t>
            </a:r>
          </a:p>
        </p:txBody>
      </p:sp>
      <p:sp>
        <p:nvSpPr>
          <p:cNvPr id="60" name="Text Placeholder 4">
            <a:extLst>
              <a:ext uri="{FF2B5EF4-FFF2-40B4-BE49-F238E27FC236}">
                <a16:creationId xmlns:a16="http://schemas.microsoft.com/office/drawing/2014/main" id="{23B5589D-4946-7EC5-347F-9200FEC31C47}"/>
              </a:ext>
            </a:extLst>
          </p:cNvPr>
          <p:cNvSpPr>
            <a:spLocks noGrp="1"/>
          </p:cNvSpPr>
          <p:nvPr>
            <p:ph type="body" sz="quarter" idx="31" hasCustomPrompt="1"/>
          </p:nvPr>
        </p:nvSpPr>
        <p:spPr>
          <a:xfrm>
            <a:off x="7010399" y="5504357"/>
            <a:ext cx="4597401" cy="553998"/>
          </a:xfrm>
        </p:spPr>
        <p:txBody>
          <a:bodyPr/>
          <a:lstStyle>
            <a:lvl1pPr marL="0" indent="0">
              <a:buSzPct val="100000"/>
              <a:buFont typeface="Arial" panose="020B0604020202020204" pitchFamily="34" charset="0"/>
              <a:buNone/>
              <a:defRPr sz="18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a:t>
            </a:r>
          </a:p>
        </p:txBody>
      </p:sp>
      <p:sp>
        <p:nvSpPr>
          <p:cNvPr id="62" name="Graphic 158">
            <a:extLst>
              <a:ext uri="{FF2B5EF4-FFF2-40B4-BE49-F238E27FC236}">
                <a16:creationId xmlns:a16="http://schemas.microsoft.com/office/drawing/2014/main" id="{C90E6E46-4278-EFAD-A2FA-C632CAFCCD85}"/>
              </a:ext>
              <a:ext uri="{C183D7F6-B498-43B3-948B-1728B52AA6E4}">
                <adec:decorative xmlns:adec="http://schemas.microsoft.com/office/drawing/2017/decorative" val="1"/>
              </a:ext>
            </a:extLst>
          </p:cNvPr>
          <p:cNvSpPr/>
          <p:nvPr userDrawn="1"/>
        </p:nvSpPr>
        <p:spPr>
          <a:xfrm>
            <a:off x="843920" y="705220"/>
            <a:ext cx="539586" cy="581302"/>
          </a:xfrm>
          <a:custGeom>
            <a:avLst/>
            <a:gdLst>
              <a:gd name="connsiteX0" fmla="*/ 161925 w 247650"/>
              <a:gd name="connsiteY0" fmla="*/ 97 h 266796"/>
              <a:gd name="connsiteX1" fmla="*/ 171348 w 247650"/>
              <a:gd name="connsiteY1" fmla="*/ 8326 h 266796"/>
              <a:gd name="connsiteX2" fmla="*/ 171450 w 247650"/>
              <a:gd name="connsiteY2" fmla="*/ 9622 h 266796"/>
              <a:gd name="connsiteX3" fmla="*/ 171450 w 247650"/>
              <a:gd name="connsiteY3" fmla="*/ 19134 h 266796"/>
              <a:gd name="connsiteX4" fmla="*/ 180962 w 247650"/>
              <a:gd name="connsiteY4" fmla="*/ 19134 h 266796"/>
              <a:gd name="connsiteX5" fmla="*/ 209537 w 247650"/>
              <a:gd name="connsiteY5" fmla="*/ 47709 h 266796"/>
              <a:gd name="connsiteX6" fmla="*/ 209537 w 247650"/>
              <a:gd name="connsiteY6" fmla="*/ 102675 h 266796"/>
              <a:gd name="connsiteX7" fmla="*/ 143825 w 247650"/>
              <a:gd name="connsiteY7" fmla="*/ 117610 h 266796"/>
              <a:gd name="connsiteX8" fmla="*/ 139230 w 247650"/>
              <a:gd name="connsiteY8" fmla="*/ 127097 h 266796"/>
              <a:gd name="connsiteX9" fmla="*/ 47600 w 247650"/>
              <a:gd name="connsiteY9" fmla="*/ 127097 h 266796"/>
              <a:gd name="connsiteX10" fmla="*/ 46304 w 247650"/>
              <a:gd name="connsiteY10" fmla="*/ 127186 h 266796"/>
              <a:gd name="connsiteX11" fmla="*/ 38166 w 247650"/>
              <a:gd name="connsiteY11" fmla="*/ 137920 h 266796"/>
              <a:gd name="connsiteX12" fmla="*/ 46304 w 247650"/>
              <a:gd name="connsiteY12" fmla="*/ 146058 h 266796"/>
              <a:gd name="connsiteX13" fmla="*/ 47600 w 247650"/>
              <a:gd name="connsiteY13" fmla="*/ 146147 h 266796"/>
              <a:gd name="connsiteX14" fmla="*/ 136627 w 247650"/>
              <a:gd name="connsiteY14" fmla="*/ 146147 h 266796"/>
              <a:gd name="connsiteX15" fmla="*/ 151765 w 247650"/>
              <a:gd name="connsiteY15" fmla="*/ 177897 h 266796"/>
              <a:gd name="connsiteX16" fmla="*/ 139687 w 247650"/>
              <a:gd name="connsiteY16" fmla="*/ 177897 h 266796"/>
              <a:gd name="connsiteX17" fmla="*/ 107937 w 247650"/>
              <a:gd name="connsiteY17" fmla="*/ 209647 h 266796"/>
              <a:gd name="connsiteX18" fmla="*/ 107937 w 247650"/>
              <a:gd name="connsiteY18" fmla="*/ 215997 h 266796"/>
              <a:gd name="connsiteX19" fmla="*/ 122834 w 247650"/>
              <a:gd name="connsiteY19" fmla="*/ 254160 h 266796"/>
              <a:gd name="connsiteX20" fmla="*/ 28600 w 247650"/>
              <a:gd name="connsiteY20" fmla="*/ 254160 h 266796"/>
              <a:gd name="connsiteX21" fmla="*/ 25 w 247650"/>
              <a:gd name="connsiteY21" fmla="*/ 225585 h 266796"/>
              <a:gd name="connsiteX22" fmla="*/ 0 w 247650"/>
              <a:gd name="connsiteY22" fmla="*/ 47722 h 266796"/>
              <a:gd name="connsiteX23" fmla="*/ 28575 w 247650"/>
              <a:gd name="connsiteY23" fmla="*/ 19147 h 266796"/>
              <a:gd name="connsiteX24" fmla="*/ 38062 w 247650"/>
              <a:gd name="connsiteY24" fmla="*/ 19134 h 266796"/>
              <a:gd name="connsiteX25" fmla="*/ 38062 w 247650"/>
              <a:gd name="connsiteY25" fmla="*/ 9622 h 266796"/>
              <a:gd name="connsiteX26" fmla="*/ 47490 w 247650"/>
              <a:gd name="connsiteY26" fmla="*/ 1 h 266796"/>
              <a:gd name="connsiteX27" fmla="*/ 57036 w 247650"/>
              <a:gd name="connsiteY27" fmla="*/ 8326 h 266796"/>
              <a:gd name="connsiteX28" fmla="*/ 57125 w 247650"/>
              <a:gd name="connsiteY28" fmla="*/ 9622 h 266796"/>
              <a:gd name="connsiteX29" fmla="*/ 57125 w 247650"/>
              <a:gd name="connsiteY29" fmla="*/ 19134 h 266796"/>
              <a:gd name="connsiteX30" fmla="*/ 95250 w 247650"/>
              <a:gd name="connsiteY30" fmla="*/ 19134 h 266796"/>
              <a:gd name="connsiteX31" fmla="*/ 95250 w 247650"/>
              <a:gd name="connsiteY31" fmla="*/ 9622 h 266796"/>
              <a:gd name="connsiteX32" fmla="*/ 104678 w 247650"/>
              <a:gd name="connsiteY32" fmla="*/ 1 h 266796"/>
              <a:gd name="connsiteX33" fmla="*/ 114224 w 247650"/>
              <a:gd name="connsiteY33" fmla="*/ 8326 h 266796"/>
              <a:gd name="connsiteX34" fmla="*/ 114313 w 247650"/>
              <a:gd name="connsiteY34" fmla="*/ 9622 h 266796"/>
              <a:gd name="connsiteX35" fmla="*/ 114313 w 247650"/>
              <a:gd name="connsiteY35" fmla="*/ 19134 h 266796"/>
              <a:gd name="connsiteX36" fmla="*/ 152387 w 247650"/>
              <a:gd name="connsiteY36" fmla="*/ 19134 h 266796"/>
              <a:gd name="connsiteX37" fmla="*/ 152387 w 247650"/>
              <a:gd name="connsiteY37" fmla="*/ 9622 h 266796"/>
              <a:gd name="connsiteX38" fmla="*/ 161912 w 247650"/>
              <a:gd name="connsiteY38" fmla="*/ 97 h 266796"/>
              <a:gd name="connsiteX39" fmla="*/ 98387 w 247650"/>
              <a:gd name="connsiteY39" fmla="*/ 177897 h 266796"/>
              <a:gd name="connsiteX40" fmla="*/ 47600 w 247650"/>
              <a:gd name="connsiteY40" fmla="*/ 177897 h 266796"/>
              <a:gd name="connsiteX41" fmla="*/ 46304 w 247650"/>
              <a:gd name="connsiteY41" fmla="*/ 177986 h 266796"/>
              <a:gd name="connsiteX42" fmla="*/ 38166 w 247650"/>
              <a:gd name="connsiteY42" fmla="*/ 188720 h 266796"/>
              <a:gd name="connsiteX43" fmla="*/ 46304 w 247650"/>
              <a:gd name="connsiteY43" fmla="*/ 196858 h 266796"/>
              <a:gd name="connsiteX44" fmla="*/ 47600 w 247650"/>
              <a:gd name="connsiteY44" fmla="*/ 196947 h 266796"/>
              <a:gd name="connsiteX45" fmla="*/ 98387 w 247650"/>
              <a:gd name="connsiteY45" fmla="*/ 196947 h 266796"/>
              <a:gd name="connsiteX46" fmla="*/ 99682 w 247650"/>
              <a:gd name="connsiteY46" fmla="*/ 196858 h 266796"/>
              <a:gd name="connsiteX47" fmla="*/ 107820 w 247650"/>
              <a:gd name="connsiteY47" fmla="*/ 186124 h 266796"/>
              <a:gd name="connsiteX48" fmla="*/ 99682 w 247650"/>
              <a:gd name="connsiteY48" fmla="*/ 177986 h 266796"/>
              <a:gd name="connsiteX49" fmla="*/ 98387 w 247650"/>
              <a:gd name="connsiteY49" fmla="*/ 177897 h 266796"/>
              <a:gd name="connsiteX50" fmla="*/ 161887 w 247650"/>
              <a:gd name="connsiteY50" fmla="*/ 76297 h 266796"/>
              <a:gd name="connsiteX51" fmla="*/ 47612 w 247650"/>
              <a:gd name="connsiteY51" fmla="*/ 76297 h 266796"/>
              <a:gd name="connsiteX52" fmla="*/ 46317 w 247650"/>
              <a:gd name="connsiteY52" fmla="*/ 76386 h 266796"/>
              <a:gd name="connsiteX53" fmla="*/ 38179 w 247650"/>
              <a:gd name="connsiteY53" fmla="*/ 87120 h 266796"/>
              <a:gd name="connsiteX54" fmla="*/ 46317 w 247650"/>
              <a:gd name="connsiteY54" fmla="*/ 95258 h 266796"/>
              <a:gd name="connsiteX55" fmla="*/ 47612 w 247650"/>
              <a:gd name="connsiteY55" fmla="*/ 95347 h 266796"/>
              <a:gd name="connsiteX56" fmla="*/ 161912 w 247650"/>
              <a:gd name="connsiteY56" fmla="*/ 95347 h 266796"/>
              <a:gd name="connsiteX57" fmla="*/ 163195 w 247650"/>
              <a:gd name="connsiteY57" fmla="*/ 95258 h 266796"/>
              <a:gd name="connsiteX58" fmla="*/ 171333 w 247650"/>
              <a:gd name="connsiteY58" fmla="*/ 84524 h 266796"/>
              <a:gd name="connsiteX59" fmla="*/ 163195 w 247650"/>
              <a:gd name="connsiteY59" fmla="*/ 76386 h 266796"/>
              <a:gd name="connsiteX60" fmla="*/ 161900 w 247650"/>
              <a:gd name="connsiteY60" fmla="*/ 76297 h 266796"/>
              <a:gd name="connsiteX61" fmla="*/ 184150 w 247650"/>
              <a:gd name="connsiteY61" fmla="*/ 108047 h 266796"/>
              <a:gd name="connsiteX62" fmla="*/ 209550 w 247650"/>
              <a:gd name="connsiteY62" fmla="*/ 118982 h 266796"/>
              <a:gd name="connsiteX63" fmla="*/ 219075 w 247650"/>
              <a:gd name="connsiteY63" fmla="*/ 142972 h 266796"/>
              <a:gd name="connsiteX64" fmla="*/ 209550 w 247650"/>
              <a:gd name="connsiteY64" fmla="*/ 166949 h 266796"/>
              <a:gd name="connsiteX65" fmla="*/ 160179 w 247650"/>
              <a:gd name="connsiteY65" fmla="*/ 168365 h 266796"/>
              <a:gd name="connsiteX66" fmla="*/ 158763 w 247650"/>
              <a:gd name="connsiteY66" fmla="*/ 118994 h 266796"/>
              <a:gd name="connsiteX67" fmla="*/ 184150 w 247650"/>
              <a:gd name="connsiteY67" fmla="*/ 108047 h 266796"/>
              <a:gd name="connsiteX68" fmla="*/ 120650 w 247650"/>
              <a:gd name="connsiteY68" fmla="*/ 209647 h 266796"/>
              <a:gd name="connsiteX69" fmla="*/ 139700 w 247650"/>
              <a:gd name="connsiteY69" fmla="*/ 190597 h 266796"/>
              <a:gd name="connsiteX70" fmla="*/ 228600 w 247650"/>
              <a:gd name="connsiteY70" fmla="*/ 190597 h 266796"/>
              <a:gd name="connsiteX71" fmla="*/ 247650 w 247650"/>
              <a:gd name="connsiteY71" fmla="*/ 209647 h 266796"/>
              <a:gd name="connsiteX72" fmla="*/ 247650 w 247650"/>
              <a:gd name="connsiteY72" fmla="*/ 215997 h 266796"/>
              <a:gd name="connsiteX73" fmla="*/ 184150 w 247650"/>
              <a:gd name="connsiteY73" fmla="*/ 266797 h 266796"/>
              <a:gd name="connsiteX74" fmla="*/ 133274 w 247650"/>
              <a:gd name="connsiteY74" fmla="*/ 246731 h 266796"/>
              <a:gd name="connsiteX75" fmla="*/ 120650 w 247650"/>
              <a:gd name="connsiteY75" fmla="*/ 215997 h 266796"/>
              <a:gd name="connsiteX76" fmla="*/ 120650 w 247650"/>
              <a:gd name="connsiteY76" fmla="*/ 209647 h 2667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Lst>
            <a:rect l="l" t="t" r="r" b="b"/>
            <a:pathLst>
              <a:path w="247650" h="266796">
                <a:moveTo>
                  <a:pt x="161925" y="97"/>
                </a:moveTo>
                <a:cubicBezTo>
                  <a:pt x="166680" y="103"/>
                  <a:pt x="170702" y="3616"/>
                  <a:pt x="171348" y="8326"/>
                </a:cubicBezTo>
                <a:lnTo>
                  <a:pt x="171450" y="9622"/>
                </a:lnTo>
                <a:lnTo>
                  <a:pt x="171450" y="19134"/>
                </a:lnTo>
                <a:lnTo>
                  <a:pt x="180962" y="19134"/>
                </a:lnTo>
                <a:cubicBezTo>
                  <a:pt x="196744" y="19134"/>
                  <a:pt x="209537" y="31928"/>
                  <a:pt x="209537" y="47709"/>
                </a:cubicBezTo>
                <a:lnTo>
                  <a:pt x="209537" y="102675"/>
                </a:lnTo>
                <a:cubicBezTo>
                  <a:pt x="187267" y="88653"/>
                  <a:pt x="157847" y="95340"/>
                  <a:pt x="143825" y="117610"/>
                </a:cubicBezTo>
                <a:cubicBezTo>
                  <a:pt x="141947" y="120593"/>
                  <a:pt x="140406" y="123774"/>
                  <a:pt x="139230" y="127097"/>
                </a:cubicBezTo>
                <a:lnTo>
                  <a:pt x="47600" y="127097"/>
                </a:lnTo>
                <a:lnTo>
                  <a:pt x="46304" y="127186"/>
                </a:lnTo>
                <a:cubicBezTo>
                  <a:pt x="41093" y="127903"/>
                  <a:pt x="37449" y="132709"/>
                  <a:pt x="38166" y="137920"/>
                </a:cubicBezTo>
                <a:cubicBezTo>
                  <a:pt x="38748" y="142150"/>
                  <a:pt x="42074" y="145476"/>
                  <a:pt x="46304" y="146058"/>
                </a:cubicBezTo>
                <a:lnTo>
                  <a:pt x="47600" y="146147"/>
                </a:lnTo>
                <a:lnTo>
                  <a:pt x="136627" y="146147"/>
                </a:lnTo>
                <a:cubicBezTo>
                  <a:pt x="137424" y="158278"/>
                  <a:pt x="142842" y="169641"/>
                  <a:pt x="151765" y="177897"/>
                </a:cubicBezTo>
                <a:lnTo>
                  <a:pt x="139687" y="177897"/>
                </a:lnTo>
                <a:cubicBezTo>
                  <a:pt x="122152" y="177897"/>
                  <a:pt x="107937" y="192112"/>
                  <a:pt x="107937" y="209647"/>
                </a:cubicBezTo>
                <a:lnTo>
                  <a:pt x="107937" y="215997"/>
                </a:lnTo>
                <a:cubicBezTo>
                  <a:pt x="107937" y="229967"/>
                  <a:pt x="113297" y="243327"/>
                  <a:pt x="122834" y="254160"/>
                </a:cubicBezTo>
                <a:lnTo>
                  <a:pt x="28600" y="254160"/>
                </a:lnTo>
                <a:cubicBezTo>
                  <a:pt x="12819" y="254160"/>
                  <a:pt x="25" y="241367"/>
                  <a:pt x="25" y="225585"/>
                </a:cubicBezTo>
                <a:lnTo>
                  <a:pt x="0" y="47722"/>
                </a:lnTo>
                <a:cubicBezTo>
                  <a:pt x="0" y="31940"/>
                  <a:pt x="12793" y="19147"/>
                  <a:pt x="28575" y="19147"/>
                </a:cubicBezTo>
                <a:lnTo>
                  <a:pt x="38062" y="19134"/>
                </a:lnTo>
                <a:lnTo>
                  <a:pt x="38062" y="9622"/>
                </a:lnTo>
                <a:cubicBezTo>
                  <a:pt x="38008" y="4362"/>
                  <a:pt x="42229" y="54"/>
                  <a:pt x="47490" y="1"/>
                </a:cubicBezTo>
                <a:cubicBezTo>
                  <a:pt x="52323" y="-49"/>
                  <a:pt x="56427" y="3531"/>
                  <a:pt x="57036" y="8326"/>
                </a:cubicBezTo>
                <a:lnTo>
                  <a:pt x="57125" y="9622"/>
                </a:lnTo>
                <a:lnTo>
                  <a:pt x="57125" y="19134"/>
                </a:lnTo>
                <a:lnTo>
                  <a:pt x="95250" y="19134"/>
                </a:lnTo>
                <a:lnTo>
                  <a:pt x="95250" y="9622"/>
                </a:lnTo>
                <a:cubicBezTo>
                  <a:pt x="95197" y="4362"/>
                  <a:pt x="99417" y="54"/>
                  <a:pt x="104678" y="1"/>
                </a:cubicBezTo>
                <a:cubicBezTo>
                  <a:pt x="109511" y="-49"/>
                  <a:pt x="113616" y="3531"/>
                  <a:pt x="114224" y="8326"/>
                </a:cubicBezTo>
                <a:lnTo>
                  <a:pt x="114313" y="9622"/>
                </a:lnTo>
                <a:lnTo>
                  <a:pt x="114313" y="19134"/>
                </a:lnTo>
                <a:lnTo>
                  <a:pt x="152387" y="19134"/>
                </a:lnTo>
                <a:lnTo>
                  <a:pt x="152387" y="9622"/>
                </a:lnTo>
                <a:cubicBezTo>
                  <a:pt x="152387" y="4361"/>
                  <a:pt x="156652" y="97"/>
                  <a:pt x="161912" y="97"/>
                </a:cubicBezTo>
                <a:close/>
                <a:moveTo>
                  <a:pt x="98387" y="177897"/>
                </a:moveTo>
                <a:lnTo>
                  <a:pt x="47600" y="177897"/>
                </a:lnTo>
                <a:lnTo>
                  <a:pt x="46304" y="177986"/>
                </a:lnTo>
                <a:cubicBezTo>
                  <a:pt x="41093" y="178703"/>
                  <a:pt x="37449" y="183509"/>
                  <a:pt x="38166" y="188720"/>
                </a:cubicBezTo>
                <a:cubicBezTo>
                  <a:pt x="38748" y="192950"/>
                  <a:pt x="42074" y="196276"/>
                  <a:pt x="46304" y="196858"/>
                </a:cubicBezTo>
                <a:lnTo>
                  <a:pt x="47600" y="196947"/>
                </a:lnTo>
                <a:lnTo>
                  <a:pt x="98387" y="196947"/>
                </a:lnTo>
                <a:lnTo>
                  <a:pt x="99682" y="196858"/>
                </a:lnTo>
                <a:cubicBezTo>
                  <a:pt x="104894" y="196141"/>
                  <a:pt x="108537" y="191335"/>
                  <a:pt x="107820" y="186124"/>
                </a:cubicBezTo>
                <a:cubicBezTo>
                  <a:pt x="107238" y="181894"/>
                  <a:pt x="103912" y="178568"/>
                  <a:pt x="99682" y="177986"/>
                </a:cubicBezTo>
                <a:lnTo>
                  <a:pt x="98387" y="177897"/>
                </a:lnTo>
                <a:close/>
                <a:moveTo>
                  <a:pt x="161887" y="76297"/>
                </a:moveTo>
                <a:lnTo>
                  <a:pt x="47612" y="76297"/>
                </a:lnTo>
                <a:lnTo>
                  <a:pt x="46317" y="76386"/>
                </a:lnTo>
                <a:cubicBezTo>
                  <a:pt x="41105" y="77103"/>
                  <a:pt x="37462" y="81909"/>
                  <a:pt x="38179" y="87120"/>
                </a:cubicBezTo>
                <a:cubicBezTo>
                  <a:pt x="38761" y="91350"/>
                  <a:pt x="42087" y="94676"/>
                  <a:pt x="46317" y="95258"/>
                </a:cubicBezTo>
                <a:lnTo>
                  <a:pt x="47612" y="95347"/>
                </a:lnTo>
                <a:lnTo>
                  <a:pt x="161912" y="95347"/>
                </a:lnTo>
                <a:lnTo>
                  <a:pt x="163195" y="95258"/>
                </a:lnTo>
                <a:cubicBezTo>
                  <a:pt x="168406" y="94541"/>
                  <a:pt x="172050" y="89735"/>
                  <a:pt x="171333" y="84524"/>
                </a:cubicBezTo>
                <a:cubicBezTo>
                  <a:pt x="170751" y="80294"/>
                  <a:pt x="167425" y="76968"/>
                  <a:pt x="163195" y="76386"/>
                </a:cubicBezTo>
                <a:lnTo>
                  <a:pt x="161900" y="76297"/>
                </a:lnTo>
                <a:close/>
                <a:moveTo>
                  <a:pt x="184150" y="108047"/>
                </a:moveTo>
                <a:cubicBezTo>
                  <a:pt x="194158" y="108047"/>
                  <a:pt x="203175" y="112251"/>
                  <a:pt x="209550" y="118982"/>
                </a:cubicBezTo>
                <a:cubicBezTo>
                  <a:pt x="215683" y="125462"/>
                  <a:pt x="219093" y="134050"/>
                  <a:pt x="219075" y="142972"/>
                </a:cubicBezTo>
                <a:cubicBezTo>
                  <a:pt x="219090" y="151890"/>
                  <a:pt x="215680" y="160473"/>
                  <a:pt x="209550" y="166949"/>
                </a:cubicBezTo>
                <a:cubicBezTo>
                  <a:pt x="196308" y="180974"/>
                  <a:pt x="174203" y="181608"/>
                  <a:pt x="160179" y="168365"/>
                </a:cubicBezTo>
                <a:cubicBezTo>
                  <a:pt x="146154" y="155123"/>
                  <a:pt x="145521" y="133019"/>
                  <a:pt x="158763" y="118994"/>
                </a:cubicBezTo>
                <a:cubicBezTo>
                  <a:pt x="165359" y="112008"/>
                  <a:pt x="174542" y="108049"/>
                  <a:pt x="184150" y="108047"/>
                </a:cubicBezTo>
                <a:close/>
                <a:moveTo>
                  <a:pt x="120650" y="209647"/>
                </a:moveTo>
                <a:cubicBezTo>
                  <a:pt x="120650" y="199126"/>
                  <a:pt x="129179" y="190597"/>
                  <a:pt x="139700" y="190597"/>
                </a:cubicBezTo>
                <a:lnTo>
                  <a:pt x="228600" y="190597"/>
                </a:lnTo>
                <a:cubicBezTo>
                  <a:pt x="239121" y="190597"/>
                  <a:pt x="247650" y="199126"/>
                  <a:pt x="247650" y="209647"/>
                </a:cubicBezTo>
                <a:lnTo>
                  <a:pt x="247650" y="215997"/>
                </a:lnTo>
                <a:cubicBezTo>
                  <a:pt x="247650" y="241029"/>
                  <a:pt x="224028" y="266797"/>
                  <a:pt x="184150" y="266797"/>
                </a:cubicBezTo>
                <a:cubicBezTo>
                  <a:pt x="161493" y="266797"/>
                  <a:pt x="144094" y="258491"/>
                  <a:pt x="133274" y="246731"/>
                </a:cubicBezTo>
                <a:cubicBezTo>
                  <a:pt x="125044" y="237777"/>
                  <a:pt x="120650" y="226817"/>
                  <a:pt x="120650" y="215997"/>
                </a:cubicBezTo>
                <a:lnTo>
                  <a:pt x="120650" y="209647"/>
                </a:lnTo>
                <a:close/>
              </a:path>
            </a:pathLst>
          </a:custGeom>
          <a:solidFill>
            <a:schemeClr val="tx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defTabSz="932472" fontAlgn="base">
              <a:spcBef>
                <a:spcPct val="0"/>
              </a:spcBef>
              <a:spcAft>
                <a:spcPct val="0"/>
              </a:spcAft>
            </a:pPr>
            <a:endParaRPr lang="en-US" sz="2000">
              <a:solidFill>
                <a:schemeClr val="bg1"/>
              </a:solidFill>
              <a:cs typeface="Segoe UI" pitchFamily="34" charset="0"/>
            </a:endParaRPr>
          </a:p>
        </p:txBody>
      </p:sp>
      <p:sp>
        <p:nvSpPr>
          <p:cNvPr id="65" name="Oval 64">
            <a:extLst>
              <a:ext uri="{FF2B5EF4-FFF2-40B4-BE49-F238E27FC236}">
                <a16:creationId xmlns:a16="http://schemas.microsoft.com/office/drawing/2014/main" id="{71BBB3B6-8757-040E-557C-4BEF13683B9E}"/>
              </a:ext>
            </a:extLst>
          </p:cNvPr>
          <p:cNvSpPr>
            <a:spLocks noChangeAspect="1"/>
          </p:cNvSpPr>
          <p:nvPr userDrawn="1"/>
        </p:nvSpPr>
        <p:spPr bwMode="auto">
          <a:xfrm>
            <a:off x="605282" y="3160439"/>
            <a:ext cx="591058" cy="591058"/>
          </a:xfrm>
          <a:prstGeom prst="ellipse">
            <a:avLst/>
          </a:prstGeom>
          <a:solidFill>
            <a:srgbClr val="091F2C"/>
          </a:solidFill>
          <a:ln w="3175">
            <a:solidFill>
              <a:schemeClr val="tx1">
                <a:alpha val="27000"/>
              </a:schemeClr>
            </a:solidFill>
          </a:ln>
        </p:spPr>
        <p:txBody>
          <a:bodyPr vert="horz" wrap="square" lIns="0" tIns="0" rIns="0" bIns="0" rtlCol="0" anchor="ctr">
            <a:noAutofit/>
          </a:bodyPr>
          <a:lstStyle/>
          <a:p>
            <a:pPr marL="228600" marR="0" lvl="0" indent="-228600" algn="ctr" defTabSz="932742" fontAlgn="auto">
              <a:lnSpc>
                <a:spcPct val="100000"/>
              </a:lnSpc>
              <a:spcBef>
                <a:spcPct val="20000"/>
              </a:spcBef>
              <a:spcAft>
                <a:spcPts val="0"/>
              </a:spcAft>
              <a:buClrTx/>
              <a:buSzPct val="90000"/>
              <a:buFont typeface="Wingdings" panose="05000000000000000000" pitchFamily="2" charset="2"/>
              <a:buNone/>
              <a:tabLst/>
            </a:pPr>
            <a:r>
              <a:rPr lang="en-US" sz="2800" b="1" spc="0" baseline="0">
                <a:solidFill>
                  <a:schemeClr val="accent1"/>
                </a:solidFill>
                <a:cs typeface="Segoe UI" panose="020B0502040204020203" pitchFamily="34" charset="0"/>
              </a:rPr>
              <a:t>2</a:t>
            </a:r>
          </a:p>
        </p:txBody>
      </p:sp>
      <p:sp>
        <p:nvSpPr>
          <p:cNvPr id="66" name="Oval 65">
            <a:extLst>
              <a:ext uri="{FF2B5EF4-FFF2-40B4-BE49-F238E27FC236}">
                <a16:creationId xmlns:a16="http://schemas.microsoft.com/office/drawing/2014/main" id="{AFADAB87-661B-7D0E-5302-7C5D63BBC1AE}"/>
              </a:ext>
            </a:extLst>
          </p:cNvPr>
          <p:cNvSpPr>
            <a:spLocks noChangeAspect="1"/>
          </p:cNvSpPr>
          <p:nvPr userDrawn="1"/>
        </p:nvSpPr>
        <p:spPr bwMode="auto">
          <a:xfrm>
            <a:off x="605282" y="1997745"/>
            <a:ext cx="591058" cy="591058"/>
          </a:xfrm>
          <a:prstGeom prst="ellipse">
            <a:avLst/>
          </a:prstGeom>
          <a:solidFill>
            <a:srgbClr val="091F2C"/>
          </a:solidFill>
          <a:ln w="3175">
            <a:solidFill>
              <a:schemeClr val="tx1">
                <a:alpha val="27000"/>
              </a:schemeClr>
            </a:solidFill>
          </a:ln>
        </p:spPr>
        <p:txBody>
          <a:bodyPr vert="horz" wrap="square" lIns="0" tIns="0" rIns="0" bIns="0" rtlCol="0" anchor="ctr">
            <a:noAutofit/>
          </a:bodyPr>
          <a:lstStyle/>
          <a:p>
            <a:pPr marL="228600" marR="0" lvl="0" indent="-228600" algn="ctr" defTabSz="932742" fontAlgn="auto">
              <a:lnSpc>
                <a:spcPct val="100000"/>
              </a:lnSpc>
              <a:spcBef>
                <a:spcPct val="20000"/>
              </a:spcBef>
              <a:spcAft>
                <a:spcPts val="0"/>
              </a:spcAft>
              <a:buClrTx/>
              <a:buSzPct val="90000"/>
              <a:buFont typeface="Wingdings" panose="05000000000000000000" pitchFamily="2" charset="2"/>
              <a:buNone/>
              <a:tabLst/>
            </a:pPr>
            <a:r>
              <a:rPr lang="en-US" sz="2800" b="1" spc="0" baseline="0">
                <a:solidFill>
                  <a:schemeClr val="accent1"/>
                </a:solidFill>
                <a:cs typeface="Segoe UI" panose="020B0502040204020203" pitchFamily="34" charset="0"/>
              </a:rPr>
              <a:t>1</a:t>
            </a:r>
          </a:p>
        </p:txBody>
      </p:sp>
      <p:sp>
        <p:nvSpPr>
          <p:cNvPr id="67" name="Oval 66">
            <a:extLst>
              <a:ext uri="{FF2B5EF4-FFF2-40B4-BE49-F238E27FC236}">
                <a16:creationId xmlns:a16="http://schemas.microsoft.com/office/drawing/2014/main" id="{5C2FE5DC-7DA1-AC5C-7AD9-85E9A0209120}"/>
              </a:ext>
            </a:extLst>
          </p:cNvPr>
          <p:cNvSpPr>
            <a:spLocks noChangeAspect="1"/>
          </p:cNvSpPr>
          <p:nvPr userDrawn="1"/>
        </p:nvSpPr>
        <p:spPr bwMode="auto">
          <a:xfrm>
            <a:off x="605282" y="5485827"/>
            <a:ext cx="591058" cy="591058"/>
          </a:xfrm>
          <a:prstGeom prst="ellipse">
            <a:avLst/>
          </a:prstGeom>
          <a:solidFill>
            <a:srgbClr val="091F2C"/>
          </a:solidFill>
          <a:ln w="3175">
            <a:solidFill>
              <a:schemeClr val="tx1">
                <a:alpha val="27000"/>
              </a:schemeClr>
            </a:solidFill>
          </a:ln>
        </p:spPr>
        <p:txBody>
          <a:bodyPr vert="horz" wrap="square" lIns="0" tIns="0" rIns="0" bIns="0" rtlCol="0" anchor="ctr">
            <a:noAutofit/>
          </a:bodyPr>
          <a:lstStyle/>
          <a:p>
            <a:pPr marL="228600" marR="0" lvl="0" indent="-228600" algn="ctr" defTabSz="932742" fontAlgn="auto">
              <a:lnSpc>
                <a:spcPct val="100000"/>
              </a:lnSpc>
              <a:spcBef>
                <a:spcPct val="20000"/>
              </a:spcBef>
              <a:spcAft>
                <a:spcPts val="0"/>
              </a:spcAft>
              <a:buClrTx/>
              <a:buSzPct val="90000"/>
              <a:buFont typeface="Wingdings" panose="05000000000000000000" pitchFamily="2" charset="2"/>
              <a:buNone/>
              <a:tabLst/>
            </a:pPr>
            <a:r>
              <a:rPr lang="en-US" sz="2800" b="1" spc="0" baseline="0">
                <a:solidFill>
                  <a:schemeClr val="accent1"/>
                </a:solidFill>
                <a:cs typeface="Segoe UI" panose="020B0502040204020203" pitchFamily="34" charset="0"/>
              </a:rPr>
              <a:t>4</a:t>
            </a:r>
          </a:p>
        </p:txBody>
      </p:sp>
      <p:sp>
        <p:nvSpPr>
          <p:cNvPr id="68" name="Oval 67">
            <a:extLst>
              <a:ext uri="{FF2B5EF4-FFF2-40B4-BE49-F238E27FC236}">
                <a16:creationId xmlns:a16="http://schemas.microsoft.com/office/drawing/2014/main" id="{DE6262B0-9FAB-A092-F9D0-C2974D9A8CE2}"/>
              </a:ext>
            </a:extLst>
          </p:cNvPr>
          <p:cNvSpPr>
            <a:spLocks noChangeAspect="1"/>
          </p:cNvSpPr>
          <p:nvPr userDrawn="1"/>
        </p:nvSpPr>
        <p:spPr bwMode="auto">
          <a:xfrm>
            <a:off x="605282" y="4323133"/>
            <a:ext cx="591058" cy="591058"/>
          </a:xfrm>
          <a:prstGeom prst="ellipse">
            <a:avLst/>
          </a:prstGeom>
          <a:solidFill>
            <a:srgbClr val="091F2C"/>
          </a:solidFill>
          <a:ln w="3175">
            <a:solidFill>
              <a:schemeClr val="tx1">
                <a:alpha val="27000"/>
              </a:schemeClr>
            </a:solidFill>
          </a:ln>
        </p:spPr>
        <p:txBody>
          <a:bodyPr vert="horz" wrap="square" lIns="0" tIns="0" rIns="0" bIns="0" rtlCol="0" anchor="ctr">
            <a:noAutofit/>
          </a:bodyPr>
          <a:lstStyle/>
          <a:p>
            <a:pPr marL="228600" marR="0" lvl="0" indent="-228600" algn="ctr" defTabSz="932742" fontAlgn="auto">
              <a:lnSpc>
                <a:spcPct val="100000"/>
              </a:lnSpc>
              <a:spcBef>
                <a:spcPct val="20000"/>
              </a:spcBef>
              <a:spcAft>
                <a:spcPts val="0"/>
              </a:spcAft>
              <a:buClrTx/>
              <a:buSzPct val="90000"/>
              <a:buFont typeface="Wingdings" panose="05000000000000000000" pitchFamily="2" charset="2"/>
              <a:buNone/>
              <a:tabLst/>
            </a:pPr>
            <a:r>
              <a:rPr lang="en-US" sz="2800" b="1" spc="0" baseline="0">
                <a:solidFill>
                  <a:schemeClr val="accent1"/>
                </a:solidFill>
                <a:cs typeface="Segoe UI" panose="020B0502040204020203" pitchFamily="34" charset="0"/>
              </a:rPr>
              <a:t>3</a:t>
            </a:r>
          </a:p>
        </p:txBody>
      </p:sp>
      <p:sp>
        <p:nvSpPr>
          <p:cNvPr id="69" name="Oval 68">
            <a:extLst>
              <a:ext uri="{FF2B5EF4-FFF2-40B4-BE49-F238E27FC236}">
                <a16:creationId xmlns:a16="http://schemas.microsoft.com/office/drawing/2014/main" id="{5E0FBF94-353F-D184-5E65-2319B9098A5A}"/>
              </a:ext>
            </a:extLst>
          </p:cNvPr>
          <p:cNvSpPr>
            <a:spLocks noChangeAspect="1"/>
          </p:cNvSpPr>
          <p:nvPr userDrawn="1"/>
        </p:nvSpPr>
        <p:spPr bwMode="auto">
          <a:xfrm>
            <a:off x="6264719" y="3160439"/>
            <a:ext cx="591058" cy="591058"/>
          </a:xfrm>
          <a:prstGeom prst="ellipse">
            <a:avLst/>
          </a:prstGeom>
          <a:solidFill>
            <a:srgbClr val="091F2C"/>
          </a:solidFill>
          <a:ln w="3175">
            <a:solidFill>
              <a:schemeClr val="tx1">
                <a:alpha val="27000"/>
              </a:schemeClr>
            </a:solidFill>
          </a:ln>
        </p:spPr>
        <p:txBody>
          <a:bodyPr vert="horz" wrap="square" lIns="0" tIns="0" rIns="0" bIns="0" rtlCol="0" anchor="ctr">
            <a:noAutofit/>
          </a:bodyPr>
          <a:lstStyle/>
          <a:p>
            <a:pPr marL="228600" marR="0" lvl="0" indent="-228600" algn="ctr" defTabSz="932742" fontAlgn="auto">
              <a:lnSpc>
                <a:spcPct val="100000"/>
              </a:lnSpc>
              <a:spcBef>
                <a:spcPct val="20000"/>
              </a:spcBef>
              <a:spcAft>
                <a:spcPts val="0"/>
              </a:spcAft>
              <a:buClrTx/>
              <a:buSzPct val="90000"/>
              <a:buFont typeface="Wingdings" panose="05000000000000000000" pitchFamily="2" charset="2"/>
              <a:buNone/>
              <a:tabLst/>
            </a:pPr>
            <a:r>
              <a:rPr lang="en-US" sz="2800" b="1" spc="0" baseline="0">
                <a:solidFill>
                  <a:schemeClr val="accent1"/>
                </a:solidFill>
                <a:cs typeface="Segoe UI" panose="020B0502040204020203" pitchFamily="34" charset="0"/>
              </a:rPr>
              <a:t>6</a:t>
            </a:r>
          </a:p>
        </p:txBody>
      </p:sp>
      <p:sp>
        <p:nvSpPr>
          <p:cNvPr id="70" name="Oval 69">
            <a:extLst>
              <a:ext uri="{FF2B5EF4-FFF2-40B4-BE49-F238E27FC236}">
                <a16:creationId xmlns:a16="http://schemas.microsoft.com/office/drawing/2014/main" id="{AA40B0BC-0999-7632-5382-181D53A8FB04}"/>
              </a:ext>
            </a:extLst>
          </p:cNvPr>
          <p:cNvSpPr>
            <a:spLocks noChangeAspect="1"/>
          </p:cNvSpPr>
          <p:nvPr userDrawn="1"/>
        </p:nvSpPr>
        <p:spPr bwMode="auto">
          <a:xfrm>
            <a:off x="6264720" y="1997745"/>
            <a:ext cx="591058" cy="591058"/>
          </a:xfrm>
          <a:prstGeom prst="ellipse">
            <a:avLst/>
          </a:prstGeom>
          <a:solidFill>
            <a:srgbClr val="091F2C"/>
          </a:solidFill>
          <a:ln w="3175">
            <a:solidFill>
              <a:schemeClr val="tx1">
                <a:alpha val="27000"/>
              </a:schemeClr>
            </a:solidFill>
          </a:ln>
        </p:spPr>
        <p:txBody>
          <a:bodyPr vert="horz" wrap="square" lIns="0" tIns="0" rIns="0" bIns="0" rtlCol="0" anchor="ctr">
            <a:noAutofit/>
          </a:bodyPr>
          <a:lstStyle/>
          <a:p>
            <a:pPr marL="228600" marR="0" lvl="0" indent="-228600" algn="ctr" defTabSz="932742" fontAlgn="auto">
              <a:lnSpc>
                <a:spcPct val="100000"/>
              </a:lnSpc>
              <a:spcBef>
                <a:spcPct val="20000"/>
              </a:spcBef>
              <a:spcAft>
                <a:spcPts val="0"/>
              </a:spcAft>
              <a:buClrTx/>
              <a:buSzPct val="90000"/>
              <a:buFont typeface="Wingdings" panose="05000000000000000000" pitchFamily="2" charset="2"/>
              <a:buNone/>
              <a:tabLst/>
            </a:pPr>
            <a:r>
              <a:rPr lang="en-US" sz="2800" b="1" spc="0" baseline="0">
                <a:solidFill>
                  <a:schemeClr val="accent1"/>
                </a:solidFill>
                <a:cs typeface="Segoe UI" panose="020B0502040204020203" pitchFamily="34" charset="0"/>
              </a:rPr>
              <a:t>5</a:t>
            </a:r>
          </a:p>
        </p:txBody>
      </p:sp>
      <p:sp>
        <p:nvSpPr>
          <p:cNvPr id="71" name="Oval 70">
            <a:extLst>
              <a:ext uri="{FF2B5EF4-FFF2-40B4-BE49-F238E27FC236}">
                <a16:creationId xmlns:a16="http://schemas.microsoft.com/office/drawing/2014/main" id="{5DEA3FD6-A563-29F1-B68B-F0D57561F827}"/>
              </a:ext>
            </a:extLst>
          </p:cNvPr>
          <p:cNvSpPr>
            <a:spLocks noChangeAspect="1"/>
          </p:cNvSpPr>
          <p:nvPr userDrawn="1"/>
        </p:nvSpPr>
        <p:spPr bwMode="auto">
          <a:xfrm>
            <a:off x="6264719" y="5485827"/>
            <a:ext cx="591058" cy="591058"/>
          </a:xfrm>
          <a:prstGeom prst="ellipse">
            <a:avLst/>
          </a:prstGeom>
          <a:solidFill>
            <a:srgbClr val="091F2C"/>
          </a:solidFill>
          <a:ln w="3175">
            <a:solidFill>
              <a:schemeClr val="tx1">
                <a:alpha val="27000"/>
              </a:schemeClr>
            </a:solidFill>
          </a:ln>
        </p:spPr>
        <p:txBody>
          <a:bodyPr vert="horz" wrap="square" lIns="0" tIns="0" rIns="0" bIns="0" rtlCol="0" anchor="ctr">
            <a:noAutofit/>
          </a:bodyPr>
          <a:lstStyle/>
          <a:p>
            <a:pPr marL="228600" marR="0" lvl="0" indent="-228600" algn="ctr" defTabSz="932742" fontAlgn="auto">
              <a:lnSpc>
                <a:spcPct val="100000"/>
              </a:lnSpc>
              <a:spcBef>
                <a:spcPct val="20000"/>
              </a:spcBef>
              <a:spcAft>
                <a:spcPts val="0"/>
              </a:spcAft>
              <a:buClrTx/>
              <a:buSzPct val="90000"/>
              <a:buFont typeface="Wingdings" panose="05000000000000000000" pitchFamily="2" charset="2"/>
              <a:buNone/>
              <a:tabLst/>
            </a:pPr>
            <a:r>
              <a:rPr lang="en-US" sz="2800" b="1" spc="0" baseline="0">
                <a:solidFill>
                  <a:schemeClr val="accent1"/>
                </a:solidFill>
                <a:cs typeface="Segoe UI" panose="020B0502040204020203" pitchFamily="34" charset="0"/>
              </a:rPr>
              <a:t>8</a:t>
            </a:r>
          </a:p>
        </p:txBody>
      </p:sp>
      <p:sp>
        <p:nvSpPr>
          <p:cNvPr id="72" name="Oval 71">
            <a:extLst>
              <a:ext uri="{FF2B5EF4-FFF2-40B4-BE49-F238E27FC236}">
                <a16:creationId xmlns:a16="http://schemas.microsoft.com/office/drawing/2014/main" id="{88F031D2-4699-B9E2-9062-573C62D4C123}"/>
              </a:ext>
            </a:extLst>
          </p:cNvPr>
          <p:cNvSpPr>
            <a:spLocks noChangeAspect="1"/>
          </p:cNvSpPr>
          <p:nvPr userDrawn="1"/>
        </p:nvSpPr>
        <p:spPr bwMode="auto">
          <a:xfrm>
            <a:off x="6264719" y="4323133"/>
            <a:ext cx="591058" cy="591058"/>
          </a:xfrm>
          <a:prstGeom prst="ellipse">
            <a:avLst/>
          </a:prstGeom>
          <a:solidFill>
            <a:srgbClr val="091F2C"/>
          </a:solidFill>
          <a:ln w="3175">
            <a:solidFill>
              <a:schemeClr val="tx1">
                <a:alpha val="27000"/>
              </a:schemeClr>
            </a:solidFill>
          </a:ln>
        </p:spPr>
        <p:txBody>
          <a:bodyPr vert="horz" wrap="square" lIns="0" tIns="0" rIns="0" bIns="0" rtlCol="0" anchor="ctr">
            <a:noAutofit/>
          </a:bodyPr>
          <a:lstStyle/>
          <a:p>
            <a:pPr marL="228600" marR="0" lvl="0" indent="-228600" algn="ctr" defTabSz="932742" fontAlgn="auto">
              <a:lnSpc>
                <a:spcPct val="100000"/>
              </a:lnSpc>
              <a:spcBef>
                <a:spcPct val="20000"/>
              </a:spcBef>
              <a:spcAft>
                <a:spcPts val="0"/>
              </a:spcAft>
              <a:buClrTx/>
              <a:buSzPct val="90000"/>
              <a:buFont typeface="Wingdings" panose="05000000000000000000" pitchFamily="2" charset="2"/>
              <a:buNone/>
              <a:tabLst/>
            </a:pPr>
            <a:r>
              <a:rPr lang="en-US" sz="2800" b="1" spc="0" baseline="0">
                <a:solidFill>
                  <a:schemeClr val="accent1"/>
                </a:solidFill>
                <a:cs typeface="Segoe UI" panose="020B0502040204020203" pitchFamily="34" charset="0"/>
              </a:rPr>
              <a:t>7</a:t>
            </a:r>
          </a:p>
        </p:txBody>
      </p:sp>
    </p:spTree>
    <p:extLst>
      <p:ext uri="{BB962C8B-B14F-4D97-AF65-F5344CB8AC3E}">
        <p14:creationId xmlns:p14="http://schemas.microsoft.com/office/powerpoint/2010/main" val="796371907"/>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36" userDrawn="1">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3 Column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a:xfrm>
            <a:off x="588263" y="457200"/>
            <a:ext cx="11018520" cy="492443"/>
          </a:xfrm>
        </p:spPr>
        <p:txBody>
          <a:bodyPr/>
          <a:lstStyle>
            <a:lvl1pPr>
              <a:defRPr sz="3200"/>
            </a:lvl1pPr>
          </a:lstStyle>
          <a:p>
            <a:r>
              <a:rPr lang="en-US"/>
              <a:t>Click to edit Master title style</a:t>
            </a:r>
          </a:p>
        </p:txBody>
      </p:sp>
      <p:pic>
        <p:nvPicPr>
          <p:cNvPr id="36" name="Picture 35" descr="A silver shield with text and stars&#10;&#10;AI-generated content may be incorrect.">
            <a:extLst>
              <a:ext uri="{FF2B5EF4-FFF2-40B4-BE49-F238E27FC236}">
                <a16:creationId xmlns:a16="http://schemas.microsoft.com/office/drawing/2014/main" id="{74FF1801-287D-2733-9928-4E90A7D39335}"/>
              </a:ext>
            </a:extLst>
          </p:cNvPr>
          <p:cNvPicPr>
            <a:picLocks noChangeAspect="1"/>
          </p:cNvPicPr>
          <p:nvPr userDrawn="1"/>
        </p:nvPicPr>
        <p:blipFill>
          <a:blip r:embed="rId2">
            <a:alphaModFix/>
          </a:blip>
          <a:srcRect l="3844" t="2514" r="4223" b="5918"/>
          <a:stretch>
            <a:fillRect/>
          </a:stretch>
        </p:blipFill>
        <p:spPr>
          <a:xfrm>
            <a:off x="11385550" y="288925"/>
            <a:ext cx="512761" cy="510720"/>
          </a:xfrm>
          <a:prstGeom prst="rect">
            <a:avLst/>
          </a:prstGeom>
          <a:effectLst/>
        </p:spPr>
      </p:pic>
      <p:sp>
        <p:nvSpPr>
          <p:cNvPr id="3" name="Rectangle: Rounded Corners 2">
            <a:extLst>
              <a:ext uri="{FF2B5EF4-FFF2-40B4-BE49-F238E27FC236}">
                <a16:creationId xmlns:a16="http://schemas.microsoft.com/office/drawing/2014/main" id="{3CD0CDBD-486B-08B6-B33E-947AC20B8842}"/>
              </a:ext>
            </a:extLst>
          </p:cNvPr>
          <p:cNvSpPr/>
          <p:nvPr userDrawn="1"/>
        </p:nvSpPr>
        <p:spPr bwMode="auto">
          <a:xfrm>
            <a:off x="586740" y="1846019"/>
            <a:ext cx="11018520" cy="4055116"/>
          </a:xfrm>
          <a:prstGeom prst="roundRect">
            <a:avLst>
              <a:gd name="adj" fmla="val 4652"/>
            </a:avLst>
          </a:prstGeom>
          <a:solidFill>
            <a:schemeClr val="tx1">
              <a:alpha val="7000"/>
            </a:schemeClr>
          </a:solidFill>
          <a:ln w="12700">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44000" tIns="146304" rIns="182880" bIns="146304" numCol="1" spcCol="0" rtlCol="0" fromWordArt="0" anchor="ctr" anchorCtr="0" forceAA="0" compatLnSpc="1">
            <a:prstTxWarp prst="textNoShape">
              <a:avLst/>
            </a:prstTxWarp>
            <a:normAutofit/>
          </a:bodyPr>
          <a:lstStyle/>
          <a:p>
            <a:pPr defTabSz="932114" fontAlgn="base">
              <a:spcBef>
                <a:spcPct val="0"/>
              </a:spcBef>
              <a:spcAft>
                <a:spcPct val="0"/>
              </a:spcAft>
            </a:pPr>
            <a:endParaRPr lang="en-US" sz="1200" err="1">
              <a:solidFill>
                <a:srgbClr val="FFFFFF"/>
              </a:solidFill>
              <a:latin typeface="Segoe UI Semibold"/>
              <a:cs typeface="Segoe UI" pitchFamily="34" charset="0"/>
            </a:endParaRPr>
          </a:p>
        </p:txBody>
      </p:sp>
      <p:cxnSp>
        <p:nvCxnSpPr>
          <p:cNvPr id="4" name="Straight Connector 3">
            <a:extLst>
              <a:ext uri="{FF2B5EF4-FFF2-40B4-BE49-F238E27FC236}">
                <a16:creationId xmlns:a16="http://schemas.microsoft.com/office/drawing/2014/main" id="{78FBFC18-9BB0-D67E-D0DA-9B44A4A7650A}"/>
              </a:ext>
            </a:extLst>
          </p:cNvPr>
          <p:cNvCxnSpPr/>
          <p:nvPr userDrawn="1"/>
        </p:nvCxnSpPr>
        <p:spPr>
          <a:xfrm>
            <a:off x="4259580" y="2094997"/>
            <a:ext cx="0" cy="3553811"/>
          </a:xfrm>
          <a:prstGeom prst="line">
            <a:avLst/>
          </a:prstGeom>
          <a:ln w="635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8EA9B0A0-B895-DAD9-0DDF-1E5E912DEB49}"/>
              </a:ext>
            </a:extLst>
          </p:cNvPr>
          <p:cNvCxnSpPr/>
          <p:nvPr userDrawn="1"/>
        </p:nvCxnSpPr>
        <p:spPr>
          <a:xfrm>
            <a:off x="7932420" y="2094997"/>
            <a:ext cx="0" cy="3553811"/>
          </a:xfrm>
          <a:prstGeom prst="line">
            <a:avLst/>
          </a:prstGeom>
          <a:ln w="635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sp>
        <p:nvSpPr>
          <p:cNvPr id="13" name="Oval 12">
            <a:extLst>
              <a:ext uri="{FF2B5EF4-FFF2-40B4-BE49-F238E27FC236}">
                <a16:creationId xmlns:a16="http://schemas.microsoft.com/office/drawing/2014/main" id="{5DEF41EF-FFBA-DFC1-61C6-4F88587F7305}"/>
              </a:ext>
            </a:extLst>
          </p:cNvPr>
          <p:cNvSpPr/>
          <p:nvPr/>
        </p:nvSpPr>
        <p:spPr bwMode="auto">
          <a:xfrm>
            <a:off x="849547" y="2094997"/>
            <a:ext cx="608922" cy="608922"/>
          </a:xfrm>
          <a:prstGeom prst="ellipse">
            <a:avLst/>
          </a:prstGeom>
          <a:solidFill>
            <a:schemeClr val="tx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742950" defTabSz="932742" fontAlgn="base">
              <a:spcBef>
                <a:spcPct val="0"/>
              </a:spcBef>
              <a:spcAft>
                <a:spcPct val="0"/>
              </a:spcAft>
            </a:pPr>
            <a:endParaRPr lang="en-US" sz="4000" spc="-50" err="1">
              <a:ln w="3175">
                <a:noFill/>
              </a:ln>
              <a:solidFill>
                <a:schemeClr val="tx1"/>
              </a:solidFill>
              <a:latin typeface="Aptos SemiBold" panose="020B0004020202020204" pitchFamily="34" charset="0"/>
              <a:cs typeface="Segoe UI" pitchFamily="34" charset="0"/>
            </a:endParaRPr>
          </a:p>
        </p:txBody>
      </p:sp>
      <p:sp>
        <p:nvSpPr>
          <p:cNvPr id="16" name="Oval 15">
            <a:extLst>
              <a:ext uri="{FF2B5EF4-FFF2-40B4-BE49-F238E27FC236}">
                <a16:creationId xmlns:a16="http://schemas.microsoft.com/office/drawing/2014/main" id="{31EB9EC8-A884-8284-0AAB-4976403F13D1}"/>
              </a:ext>
            </a:extLst>
          </p:cNvPr>
          <p:cNvSpPr/>
          <p:nvPr/>
        </p:nvSpPr>
        <p:spPr bwMode="auto">
          <a:xfrm>
            <a:off x="4522387" y="2094997"/>
            <a:ext cx="608922" cy="608922"/>
          </a:xfrm>
          <a:prstGeom prst="ellipse">
            <a:avLst/>
          </a:prstGeom>
          <a:solidFill>
            <a:schemeClr val="tx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742950" defTabSz="932742" fontAlgn="base">
              <a:spcBef>
                <a:spcPct val="0"/>
              </a:spcBef>
              <a:spcAft>
                <a:spcPct val="0"/>
              </a:spcAft>
            </a:pPr>
            <a:endParaRPr lang="en-US" sz="4000" spc="-50" err="1">
              <a:ln w="3175">
                <a:noFill/>
              </a:ln>
              <a:solidFill>
                <a:schemeClr val="tx1"/>
              </a:solidFill>
              <a:latin typeface="Aptos SemiBold" panose="020B0004020202020204" pitchFamily="34" charset="0"/>
              <a:cs typeface="Segoe UI" pitchFamily="34" charset="0"/>
            </a:endParaRPr>
          </a:p>
        </p:txBody>
      </p:sp>
      <p:sp>
        <p:nvSpPr>
          <p:cNvPr id="19" name="Oval 18">
            <a:extLst>
              <a:ext uri="{FF2B5EF4-FFF2-40B4-BE49-F238E27FC236}">
                <a16:creationId xmlns:a16="http://schemas.microsoft.com/office/drawing/2014/main" id="{04601F06-DEF7-3668-4404-6D919F0EC362}"/>
              </a:ext>
            </a:extLst>
          </p:cNvPr>
          <p:cNvSpPr/>
          <p:nvPr/>
        </p:nvSpPr>
        <p:spPr bwMode="auto">
          <a:xfrm>
            <a:off x="8195227" y="2094997"/>
            <a:ext cx="608922" cy="608922"/>
          </a:xfrm>
          <a:prstGeom prst="ellipse">
            <a:avLst/>
          </a:prstGeom>
          <a:solidFill>
            <a:schemeClr val="tx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742950" defTabSz="932742" fontAlgn="base">
              <a:spcBef>
                <a:spcPct val="0"/>
              </a:spcBef>
              <a:spcAft>
                <a:spcPct val="0"/>
              </a:spcAft>
            </a:pPr>
            <a:endParaRPr lang="en-US" sz="4000" spc="-50" err="1">
              <a:ln w="3175">
                <a:noFill/>
              </a:ln>
              <a:solidFill>
                <a:schemeClr val="tx1"/>
              </a:solidFill>
              <a:latin typeface="Aptos SemiBold" panose="020B0004020202020204" pitchFamily="34" charset="0"/>
              <a:cs typeface="Segoe UI" pitchFamily="34" charset="0"/>
            </a:endParaRPr>
          </a:p>
        </p:txBody>
      </p:sp>
      <p:sp>
        <p:nvSpPr>
          <p:cNvPr id="25" name="Text Placeholder 4">
            <a:extLst>
              <a:ext uri="{FF2B5EF4-FFF2-40B4-BE49-F238E27FC236}">
                <a16:creationId xmlns:a16="http://schemas.microsoft.com/office/drawing/2014/main" id="{C49A0E9F-3858-893C-CF35-1DD566F40965}"/>
              </a:ext>
            </a:extLst>
          </p:cNvPr>
          <p:cNvSpPr>
            <a:spLocks noGrp="1"/>
          </p:cNvSpPr>
          <p:nvPr userDrawn="1">
            <p:ph type="body" sz="quarter" idx="10" hasCustomPrompt="1"/>
          </p:nvPr>
        </p:nvSpPr>
        <p:spPr>
          <a:xfrm>
            <a:off x="849547" y="3436166"/>
            <a:ext cx="3147226" cy="2215991"/>
          </a:xfrm>
        </p:spPr>
        <p:txBody>
          <a:bodyPr/>
          <a:lstStyle>
            <a:lvl1pPr marL="0" indent="0">
              <a:buSzPct val="100000"/>
              <a:buFont typeface="Arial" panose="020B0604020202020204" pitchFamily="34" charset="0"/>
              <a:buNone/>
              <a:defRPr sz="18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Maecenas </a:t>
            </a:r>
            <a:r>
              <a:rPr lang="en-US" err="1"/>
              <a:t>porttitor</a:t>
            </a:r>
            <a:r>
              <a:rPr lang="en-US"/>
              <a:t> </a:t>
            </a:r>
            <a:r>
              <a:rPr lang="en-US" err="1"/>
              <a:t>congue</a:t>
            </a:r>
            <a:r>
              <a:rPr lang="en-US"/>
              <a:t> </a:t>
            </a:r>
            <a:r>
              <a:rPr lang="en-US" err="1"/>
              <a:t>massa</a:t>
            </a:r>
            <a:r>
              <a:rPr lang="en-US"/>
              <a:t>. </a:t>
            </a:r>
            <a:r>
              <a:rPr lang="en-US" err="1"/>
              <a:t>Fusce</a:t>
            </a:r>
            <a:r>
              <a:rPr lang="en-US"/>
              <a:t> </a:t>
            </a:r>
            <a:r>
              <a:rPr lang="en-US" err="1"/>
              <a:t>posuere</a:t>
            </a:r>
            <a:r>
              <a:rPr lang="en-US"/>
              <a:t>, magna sed pulvinar </a:t>
            </a:r>
            <a:r>
              <a:rPr lang="en-US" err="1"/>
              <a:t>ultricies</a:t>
            </a:r>
            <a:r>
              <a:rPr lang="en-US"/>
              <a:t>, </a:t>
            </a:r>
            <a:r>
              <a:rPr lang="en-US" err="1"/>
              <a:t>purus</a:t>
            </a:r>
            <a:r>
              <a:rPr lang="en-US"/>
              <a:t> </a:t>
            </a:r>
            <a:r>
              <a:rPr lang="en-US" err="1"/>
              <a:t>lectus</a:t>
            </a:r>
            <a:r>
              <a:rPr lang="en-US"/>
              <a:t> </a:t>
            </a:r>
            <a:r>
              <a:rPr lang="en-US" err="1"/>
              <a:t>malesuada</a:t>
            </a:r>
            <a:r>
              <a:rPr lang="en-US"/>
              <a:t> libero, sit </a:t>
            </a:r>
            <a:r>
              <a:rPr lang="en-US" err="1"/>
              <a:t>amet</a:t>
            </a:r>
            <a:r>
              <a:rPr lang="en-US"/>
              <a:t> </a:t>
            </a:r>
            <a:r>
              <a:rPr lang="en-US" err="1"/>
              <a:t>commodo</a:t>
            </a:r>
            <a:r>
              <a:rPr lang="en-US"/>
              <a:t> magna eros </a:t>
            </a:r>
            <a:r>
              <a:rPr lang="en-US" err="1"/>
              <a:t>quis</a:t>
            </a:r>
            <a:r>
              <a:rPr lang="en-US"/>
              <a:t> </a:t>
            </a:r>
            <a:r>
              <a:rPr lang="en-US" err="1"/>
              <a:t>urna</a:t>
            </a:r>
            <a:r>
              <a:rPr lang="en-US"/>
              <a:t>. </a:t>
            </a:r>
          </a:p>
        </p:txBody>
      </p:sp>
      <p:sp>
        <p:nvSpPr>
          <p:cNvPr id="26" name="Text Placeholder 4">
            <a:extLst>
              <a:ext uri="{FF2B5EF4-FFF2-40B4-BE49-F238E27FC236}">
                <a16:creationId xmlns:a16="http://schemas.microsoft.com/office/drawing/2014/main" id="{EC3F2F95-6ED2-1046-914B-4C224F758955}"/>
              </a:ext>
            </a:extLst>
          </p:cNvPr>
          <p:cNvSpPr>
            <a:spLocks noGrp="1"/>
          </p:cNvSpPr>
          <p:nvPr userDrawn="1">
            <p:ph type="body" sz="quarter" idx="11" hasCustomPrompt="1"/>
          </p:nvPr>
        </p:nvSpPr>
        <p:spPr>
          <a:xfrm>
            <a:off x="8195227" y="3436166"/>
            <a:ext cx="3147226" cy="2215991"/>
          </a:xfrm>
        </p:spPr>
        <p:txBody>
          <a:bodyPr/>
          <a:lstStyle>
            <a:lvl1pPr marL="0" indent="0">
              <a:buSzPct val="100000"/>
              <a:buFont typeface="Arial" panose="020B0604020202020204" pitchFamily="34" charset="0"/>
              <a:buNone/>
              <a:defRPr sz="18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Maecenas </a:t>
            </a:r>
            <a:r>
              <a:rPr lang="en-US" err="1"/>
              <a:t>porttitor</a:t>
            </a:r>
            <a:r>
              <a:rPr lang="en-US"/>
              <a:t> </a:t>
            </a:r>
            <a:r>
              <a:rPr lang="en-US" err="1"/>
              <a:t>congue</a:t>
            </a:r>
            <a:r>
              <a:rPr lang="en-US"/>
              <a:t> </a:t>
            </a:r>
            <a:r>
              <a:rPr lang="en-US" err="1"/>
              <a:t>massa</a:t>
            </a:r>
            <a:r>
              <a:rPr lang="en-US"/>
              <a:t>. </a:t>
            </a:r>
            <a:r>
              <a:rPr lang="en-US" err="1"/>
              <a:t>Fusce</a:t>
            </a:r>
            <a:r>
              <a:rPr lang="en-US"/>
              <a:t> </a:t>
            </a:r>
            <a:r>
              <a:rPr lang="en-US" err="1"/>
              <a:t>posuere</a:t>
            </a:r>
            <a:r>
              <a:rPr lang="en-US"/>
              <a:t>, magna sed pulvinar </a:t>
            </a:r>
            <a:r>
              <a:rPr lang="en-US" err="1"/>
              <a:t>ultricies</a:t>
            </a:r>
            <a:r>
              <a:rPr lang="en-US"/>
              <a:t>, </a:t>
            </a:r>
            <a:r>
              <a:rPr lang="en-US" err="1"/>
              <a:t>purus</a:t>
            </a:r>
            <a:r>
              <a:rPr lang="en-US"/>
              <a:t> </a:t>
            </a:r>
            <a:r>
              <a:rPr lang="en-US" err="1"/>
              <a:t>lectus</a:t>
            </a:r>
            <a:r>
              <a:rPr lang="en-US"/>
              <a:t> </a:t>
            </a:r>
            <a:r>
              <a:rPr lang="en-US" err="1"/>
              <a:t>malesuada</a:t>
            </a:r>
            <a:r>
              <a:rPr lang="en-US"/>
              <a:t> libero, sit </a:t>
            </a:r>
            <a:r>
              <a:rPr lang="en-US" err="1"/>
              <a:t>amet</a:t>
            </a:r>
            <a:r>
              <a:rPr lang="en-US"/>
              <a:t> </a:t>
            </a:r>
            <a:r>
              <a:rPr lang="en-US" err="1"/>
              <a:t>commodo</a:t>
            </a:r>
            <a:r>
              <a:rPr lang="en-US"/>
              <a:t> magna eros </a:t>
            </a:r>
            <a:r>
              <a:rPr lang="en-US" err="1"/>
              <a:t>quis</a:t>
            </a:r>
            <a:r>
              <a:rPr lang="en-US"/>
              <a:t> </a:t>
            </a:r>
            <a:r>
              <a:rPr lang="en-US" err="1"/>
              <a:t>urna</a:t>
            </a:r>
            <a:r>
              <a:rPr lang="en-US"/>
              <a:t>. </a:t>
            </a:r>
          </a:p>
        </p:txBody>
      </p:sp>
      <p:sp>
        <p:nvSpPr>
          <p:cNvPr id="27" name="Text Placeholder 4">
            <a:extLst>
              <a:ext uri="{FF2B5EF4-FFF2-40B4-BE49-F238E27FC236}">
                <a16:creationId xmlns:a16="http://schemas.microsoft.com/office/drawing/2014/main" id="{7E5CBFBF-4CAD-1F92-0464-5C423F9DA982}"/>
              </a:ext>
            </a:extLst>
          </p:cNvPr>
          <p:cNvSpPr>
            <a:spLocks noGrp="1"/>
          </p:cNvSpPr>
          <p:nvPr userDrawn="1">
            <p:ph type="body" sz="quarter" idx="26" hasCustomPrompt="1"/>
          </p:nvPr>
        </p:nvSpPr>
        <p:spPr>
          <a:xfrm>
            <a:off x="4522387" y="3436166"/>
            <a:ext cx="3147226" cy="2215991"/>
          </a:xfrm>
        </p:spPr>
        <p:txBody>
          <a:bodyPr/>
          <a:lstStyle>
            <a:lvl1pPr marL="0" indent="0">
              <a:buSzPct val="100000"/>
              <a:buFont typeface="Arial" panose="020B0604020202020204" pitchFamily="34" charset="0"/>
              <a:buNone/>
              <a:defRPr sz="18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Maecenas </a:t>
            </a:r>
            <a:r>
              <a:rPr lang="en-US" err="1"/>
              <a:t>porttitor</a:t>
            </a:r>
            <a:r>
              <a:rPr lang="en-US"/>
              <a:t> </a:t>
            </a:r>
            <a:r>
              <a:rPr lang="en-US" err="1"/>
              <a:t>congue</a:t>
            </a:r>
            <a:r>
              <a:rPr lang="en-US"/>
              <a:t> </a:t>
            </a:r>
            <a:r>
              <a:rPr lang="en-US" err="1"/>
              <a:t>massa</a:t>
            </a:r>
            <a:r>
              <a:rPr lang="en-US"/>
              <a:t>. </a:t>
            </a:r>
            <a:r>
              <a:rPr lang="en-US" err="1"/>
              <a:t>Fusce</a:t>
            </a:r>
            <a:r>
              <a:rPr lang="en-US"/>
              <a:t> </a:t>
            </a:r>
            <a:r>
              <a:rPr lang="en-US" err="1"/>
              <a:t>posuere</a:t>
            </a:r>
            <a:r>
              <a:rPr lang="en-US"/>
              <a:t>, magna sed pulvinar </a:t>
            </a:r>
            <a:r>
              <a:rPr lang="en-US" err="1"/>
              <a:t>ultricies</a:t>
            </a:r>
            <a:r>
              <a:rPr lang="en-US"/>
              <a:t>, </a:t>
            </a:r>
            <a:r>
              <a:rPr lang="en-US" err="1"/>
              <a:t>purus</a:t>
            </a:r>
            <a:r>
              <a:rPr lang="en-US"/>
              <a:t> </a:t>
            </a:r>
            <a:r>
              <a:rPr lang="en-US" err="1"/>
              <a:t>lectus</a:t>
            </a:r>
            <a:r>
              <a:rPr lang="en-US"/>
              <a:t> </a:t>
            </a:r>
            <a:r>
              <a:rPr lang="en-US" err="1"/>
              <a:t>malesuada</a:t>
            </a:r>
            <a:r>
              <a:rPr lang="en-US"/>
              <a:t> libero, sit </a:t>
            </a:r>
            <a:r>
              <a:rPr lang="en-US" err="1"/>
              <a:t>amet</a:t>
            </a:r>
            <a:r>
              <a:rPr lang="en-US"/>
              <a:t> </a:t>
            </a:r>
            <a:r>
              <a:rPr lang="en-US" err="1"/>
              <a:t>commodo</a:t>
            </a:r>
            <a:r>
              <a:rPr lang="en-US"/>
              <a:t> magna eros </a:t>
            </a:r>
            <a:r>
              <a:rPr lang="en-US" err="1"/>
              <a:t>quis</a:t>
            </a:r>
            <a:r>
              <a:rPr lang="en-US"/>
              <a:t> </a:t>
            </a:r>
            <a:r>
              <a:rPr lang="en-US" err="1"/>
              <a:t>urna</a:t>
            </a:r>
            <a:r>
              <a:rPr lang="en-US"/>
              <a:t>. </a:t>
            </a:r>
          </a:p>
        </p:txBody>
      </p:sp>
      <p:sp>
        <p:nvSpPr>
          <p:cNvPr id="28" name="Text Placeholder 4">
            <a:extLst>
              <a:ext uri="{FF2B5EF4-FFF2-40B4-BE49-F238E27FC236}">
                <a16:creationId xmlns:a16="http://schemas.microsoft.com/office/drawing/2014/main" id="{CCDCC00D-17ED-8F0B-BBBF-1BA6112B423F}"/>
              </a:ext>
            </a:extLst>
          </p:cNvPr>
          <p:cNvSpPr>
            <a:spLocks noGrp="1"/>
          </p:cNvSpPr>
          <p:nvPr userDrawn="1">
            <p:ph type="body" sz="quarter" idx="27" hasCustomPrompt="1"/>
          </p:nvPr>
        </p:nvSpPr>
        <p:spPr>
          <a:xfrm>
            <a:off x="849547" y="2856765"/>
            <a:ext cx="3145536" cy="369332"/>
          </a:xfrm>
        </p:spPr>
        <p:txBody>
          <a:bodyPr anchor="ctr"/>
          <a:lstStyle>
            <a:lvl1pPr marL="0" indent="0">
              <a:buSzPct val="100000"/>
              <a:buFont typeface="Arial" panose="020B0604020202020204" pitchFamily="34" charset="0"/>
              <a:buNone/>
              <a:defRPr sz="2400">
                <a:solidFill>
                  <a:schemeClr val="accent1"/>
                </a:solidFill>
                <a:latin typeface="+mj-lt"/>
              </a:defRPr>
            </a:lvl1pPr>
          </a:lstStyle>
          <a:p>
            <a:pPr lvl="0"/>
            <a:r>
              <a:rPr lang="en-US"/>
              <a:t>Lorem ipsum</a:t>
            </a:r>
          </a:p>
        </p:txBody>
      </p:sp>
      <p:sp>
        <p:nvSpPr>
          <p:cNvPr id="29" name="Text Placeholder 4">
            <a:extLst>
              <a:ext uri="{FF2B5EF4-FFF2-40B4-BE49-F238E27FC236}">
                <a16:creationId xmlns:a16="http://schemas.microsoft.com/office/drawing/2014/main" id="{87A69CFD-DA45-7D52-4657-984FCD979650}"/>
              </a:ext>
            </a:extLst>
          </p:cNvPr>
          <p:cNvSpPr>
            <a:spLocks noGrp="1"/>
          </p:cNvSpPr>
          <p:nvPr userDrawn="1">
            <p:ph type="body" sz="quarter" idx="28" hasCustomPrompt="1"/>
          </p:nvPr>
        </p:nvSpPr>
        <p:spPr>
          <a:xfrm>
            <a:off x="4522387" y="2856765"/>
            <a:ext cx="3145536" cy="369332"/>
          </a:xfrm>
        </p:spPr>
        <p:txBody>
          <a:bodyPr anchor="ctr"/>
          <a:lstStyle>
            <a:lvl1pPr marL="0" indent="0">
              <a:buSzPct val="100000"/>
              <a:buFont typeface="Arial" panose="020B0604020202020204" pitchFamily="34" charset="0"/>
              <a:buNone/>
              <a:defRPr sz="2400">
                <a:solidFill>
                  <a:schemeClr val="accent1"/>
                </a:solidFill>
                <a:latin typeface="+mj-lt"/>
              </a:defRPr>
            </a:lvl1pPr>
          </a:lstStyle>
          <a:p>
            <a:pPr lvl="0"/>
            <a:r>
              <a:rPr lang="en-US"/>
              <a:t>Lorem ipsum</a:t>
            </a:r>
          </a:p>
        </p:txBody>
      </p:sp>
      <p:sp>
        <p:nvSpPr>
          <p:cNvPr id="30" name="Text Placeholder 4">
            <a:extLst>
              <a:ext uri="{FF2B5EF4-FFF2-40B4-BE49-F238E27FC236}">
                <a16:creationId xmlns:a16="http://schemas.microsoft.com/office/drawing/2014/main" id="{58859C94-ABDB-53E3-8E82-EE100F40EC8A}"/>
              </a:ext>
            </a:extLst>
          </p:cNvPr>
          <p:cNvSpPr>
            <a:spLocks noGrp="1"/>
          </p:cNvSpPr>
          <p:nvPr userDrawn="1">
            <p:ph type="body" sz="quarter" idx="29" hasCustomPrompt="1"/>
          </p:nvPr>
        </p:nvSpPr>
        <p:spPr>
          <a:xfrm>
            <a:off x="8195227" y="2856765"/>
            <a:ext cx="3145536" cy="369332"/>
          </a:xfrm>
        </p:spPr>
        <p:txBody>
          <a:bodyPr anchor="ctr"/>
          <a:lstStyle>
            <a:lvl1pPr marL="0" indent="0">
              <a:buSzPct val="100000"/>
              <a:buFont typeface="Arial" panose="020B0604020202020204" pitchFamily="34" charset="0"/>
              <a:buNone/>
              <a:defRPr sz="2400">
                <a:solidFill>
                  <a:schemeClr val="accent1"/>
                </a:solidFill>
                <a:latin typeface="+mj-lt"/>
              </a:defRPr>
            </a:lvl1pPr>
          </a:lstStyle>
          <a:p>
            <a:pPr lvl="0"/>
            <a:r>
              <a:rPr lang="en-US"/>
              <a:t>Lorem ipsum</a:t>
            </a:r>
          </a:p>
        </p:txBody>
      </p:sp>
    </p:spTree>
    <p:extLst>
      <p:ext uri="{BB962C8B-B14F-4D97-AF65-F5344CB8AC3E}">
        <p14:creationId xmlns:p14="http://schemas.microsoft.com/office/powerpoint/2010/main" val="1281302055"/>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3 Columns_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a:xfrm>
            <a:off x="588263" y="457200"/>
            <a:ext cx="11018520" cy="492443"/>
          </a:xfrm>
        </p:spPr>
        <p:txBody>
          <a:bodyPr/>
          <a:lstStyle>
            <a:lvl1pPr>
              <a:defRPr sz="3200"/>
            </a:lvl1pPr>
          </a:lstStyle>
          <a:p>
            <a:r>
              <a:rPr lang="en-US"/>
              <a:t>Click to edit Master title style</a:t>
            </a:r>
          </a:p>
        </p:txBody>
      </p:sp>
      <p:pic>
        <p:nvPicPr>
          <p:cNvPr id="36" name="Picture 35" descr="A silver shield with text and stars&#10;&#10;AI-generated content may be incorrect.">
            <a:extLst>
              <a:ext uri="{FF2B5EF4-FFF2-40B4-BE49-F238E27FC236}">
                <a16:creationId xmlns:a16="http://schemas.microsoft.com/office/drawing/2014/main" id="{74FF1801-287D-2733-9928-4E90A7D39335}"/>
              </a:ext>
            </a:extLst>
          </p:cNvPr>
          <p:cNvPicPr>
            <a:picLocks noChangeAspect="1"/>
          </p:cNvPicPr>
          <p:nvPr userDrawn="1"/>
        </p:nvPicPr>
        <p:blipFill>
          <a:blip r:embed="rId2">
            <a:alphaModFix/>
          </a:blip>
          <a:srcRect l="3844" t="2514" r="4223" b="5918"/>
          <a:stretch>
            <a:fillRect/>
          </a:stretch>
        </p:blipFill>
        <p:spPr>
          <a:xfrm>
            <a:off x="11385550" y="288925"/>
            <a:ext cx="512761" cy="510720"/>
          </a:xfrm>
          <a:prstGeom prst="rect">
            <a:avLst/>
          </a:prstGeom>
          <a:effectLst/>
        </p:spPr>
      </p:pic>
      <p:sp>
        <p:nvSpPr>
          <p:cNvPr id="31" name="Rectangle: Rounded Corners 30">
            <a:extLst>
              <a:ext uri="{FF2B5EF4-FFF2-40B4-BE49-F238E27FC236}">
                <a16:creationId xmlns:a16="http://schemas.microsoft.com/office/drawing/2014/main" id="{6645E16D-A6F6-12D4-1B52-72DA2FD4BF7B}"/>
              </a:ext>
            </a:extLst>
          </p:cNvPr>
          <p:cNvSpPr/>
          <p:nvPr userDrawn="1"/>
        </p:nvSpPr>
        <p:spPr bwMode="auto">
          <a:xfrm>
            <a:off x="588263" y="1589627"/>
            <a:ext cx="11018520" cy="4567901"/>
          </a:xfrm>
          <a:prstGeom prst="roundRect">
            <a:avLst>
              <a:gd name="adj" fmla="val 6066"/>
            </a:avLst>
          </a:prstGeom>
          <a:solidFill>
            <a:schemeClr val="bg1"/>
          </a:solidFill>
          <a:ln w="1270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defTabSz="932472" fontAlgn="base">
              <a:spcBef>
                <a:spcPct val="0"/>
              </a:spcBef>
              <a:spcAft>
                <a:spcPct val="0"/>
              </a:spcAft>
            </a:pPr>
            <a:endParaRPr lang="en-US" sz="2000" kern="0" err="1">
              <a:solidFill>
                <a:srgbClr val="091F2C"/>
              </a:solidFill>
              <a:latin typeface="Segoe UI" panose="020B0502040204020203" pitchFamily="34" charset="0"/>
              <a:cs typeface="Segoe UI" panose="020B0502040204020203" pitchFamily="34" charset="0"/>
            </a:endParaRPr>
          </a:p>
        </p:txBody>
      </p:sp>
      <p:sp>
        <p:nvSpPr>
          <p:cNvPr id="14" name="Rectangle: Rounded Corners 13">
            <a:extLst>
              <a:ext uri="{FF2B5EF4-FFF2-40B4-BE49-F238E27FC236}">
                <a16:creationId xmlns:a16="http://schemas.microsoft.com/office/drawing/2014/main" id="{D7CDE501-956F-6601-6FAF-072526D90C33}"/>
              </a:ext>
            </a:extLst>
          </p:cNvPr>
          <p:cNvSpPr>
            <a:spLocks/>
          </p:cNvSpPr>
          <p:nvPr userDrawn="1"/>
        </p:nvSpPr>
        <p:spPr bwMode="auto">
          <a:xfrm>
            <a:off x="765046" y="2077407"/>
            <a:ext cx="3464054" cy="3897558"/>
          </a:xfrm>
          <a:prstGeom prst="roundRect">
            <a:avLst>
              <a:gd name="adj" fmla="val 4652"/>
            </a:avLst>
          </a:prstGeom>
          <a:solidFill>
            <a:schemeClr val="tx1">
              <a:alpha val="7000"/>
            </a:schemeClr>
          </a:solidFill>
          <a:ln w="12700">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44000" tIns="146304" rIns="182880" bIns="146304" numCol="1" spcCol="0" rtlCol="0" fromWordArt="0" anchor="ctr" anchorCtr="0" forceAA="0" compatLnSpc="1">
            <a:prstTxWarp prst="textNoShape">
              <a:avLst/>
            </a:prstTxWarp>
            <a:normAutofit/>
          </a:bodyPr>
          <a:lstStyle/>
          <a:p>
            <a:pPr defTabSz="932114" fontAlgn="base">
              <a:spcBef>
                <a:spcPct val="0"/>
              </a:spcBef>
              <a:spcAft>
                <a:spcPct val="0"/>
              </a:spcAft>
            </a:pPr>
            <a:endParaRPr lang="en-US" sz="1200" err="1">
              <a:solidFill>
                <a:srgbClr val="FFFFFF"/>
              </a:solidFill>
              <a:latin typeface="Segoe UI Semibold"/>
              <a:cs typeface="Segoe UI" pitchFamily="34" charset="0"/>
            </a:endParaRPr>
          </a:p>
        </p:txBody>
      </p:sp>
      <p:sp>
        <p:nvSpPr>
          <p:cNvPr id="18" name="Rectangle: Rounded Corners 17">
            <a:extLst>
              <a:ext uri="{FF2B5EF4-FFF2-40B4-BE49-F238E27FC236}">
                <a16:creationId xmlns:a16="http://schemas.microsoft.com/office/drawing/2014/main" id="{00FE743D-A6AF-9359-20C5-5A92376990BA}"/>
              </a:ext>
            </a:extLst>
          </p:cNvPr>
          <p:cNvSpPr>
            <a:spLocks/>
          </p:cNvSpPr>
          <p:nvPr userDrawn="1"/>
        </p:nvSpPr>
        <p:spPr bwMode="auto">
          <a:xfrm>
            <a:off x="4365496" y="2036534"/>
            <a:ext cx="3464054" cy="3938431"/>
          </a:xfrm>
          <a:prstGeom prst="roundRect">
            <a:avLst>
              <a:gd name="adj" fmla="val 4652"/>
            </a:avLst>
          </a:prstGeom>
          <a:solidFill>
            <a:schemeClr val="tx1">
              <a:alpha val="7000"/>
            </a:schemeClr>
          </a:solidFill>
          <a:ln w="12700">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44000" tIns="146304" rIns="182880" bIns="146304" numCol="1" spcCol="0" rtlCol="0" fromWordArt="0" anchor="ctr" anchorCtr="0" forceAA="0" compatLnSpc="1">
            <a:prstTxWarp prst="textNoShape">
              <a:avLst/>
            </a:prstTxWarp>
            <a:normAutofit/>
          </a:bodyPr>
          <a:lstStyle/>
          <a:p>
            <a:pPr defTabSz="932114" fontAlgn="base">
              <a:spcBef>
                <a:spcPct val="0"/>
              </a:spcBef>
              <a:spcAft>
                <a:spcPct val="0"/>
              </a:spcAft>
            </a:pPr>
            <a:endParaRPr lang="en-US" sz="1200" err="1">
              <a:solidFill>
                <a:srgbClr val="FFFFFF"/>
              </a:solidFill>
              <a:latin typeface="Segoe UI Semibold"/>
              <a:cs typeface="Segoe UI" pitchFamily="34" charset="0"/>
            </a:endParaRPr>
          </a:p>
        </p:txBody>
      </p:sp>
      <p:sp>
        <p:nvSpPr>
          <p:cNvPr id="24" name="Rectangle: Rounded Corners 23">
            <a:extLst>
              <a:ext uri="{FF2B5EF4-FFF2-40B4-BE49-F238E27FC236}">
                <a16:creationId xmlns:a16="http://schemas.microsoft.com/office/drawing/2014/main" id="{96E01AF0-8759-B771-27B6-2E0ED3E04E87}"/>
              </a:ext>
            </a:extLst>
          </p:cNvPr>
          <p:cNvSpPr>
            <a:spLocks/>
          </p:cNvSpPr>
          <p:nvPr userDrawn="1"/>
        </p:nvSpPr>
        <p:spPr bwMode="auto">
          <a:xfrm>
            <a:off x="7965946" y="2036534"/>
            <a:ext cx="3464054" cy="3938431"/>
          </a:xfrm>
          <a:prstGeom prst="roundRect">
            <a:avLst>
              <a:gd name="adj" fmla="val 4652"/>
            </a:avLst>
          </a:prstGeom>
          <a:solidFill>
            <a:schemeClr val="tx1">
              <a:alpha val="7000"/>
            </a:schemeClr>
          </a:solidFill>
          <a:ln w="12700">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44000" tIns="146304" rIns="182880" bIns="146304" numCol="1" spcCol="0" rtlCol="0" fromWordArt="0" anchor="ctr" anchorCtr="0" forceAA="0" compatLnSpc="1">
            <a:prstTxWarp prst="textNoShape">
              <a:avLst/>
            </a:prstTxWarp>
            <a:normAutofit/>
          </a:bodyPr>
          <a:lstStyle/>
          <a:p>
            <a:pPr defTabSz="932114" fontAlgn="base">
              <a:spcBef>
                <a:spcPct val="0"/>
              </a:spcBef>
              <a:spcAft>
                <a:spcPct val="0"/>
              </a:spcAft>
            </a:pPr>
            <a:endParaRPr lang="en-US" sz="1200" err="1">
              <a:solidFill>
                <a:srgbClr val="FFFFFF"/>
              </a:solidFill>
              <a:latin typeface="Segoe UI Semibold"/>
              <a:cs typeface="Segoe UI" pitchFamily="34" charset="0"/>
            </a:endParaRPr>
          </a:p>
        </p:txBody>
      </p:sp>
      <p:sp>
        <p:nvSpPr>
          <p:cNvPr id="9" name="Text Placeholder 4">
            <a:extLst>
              <a:ext uri="{FF2B5EF4-FFF2-40B4-BE49-F238E27FC236}">
                <a16:creationId xmlns:a16="http://schemas.microsoft.com/office/drawing/2014/main" id="{C49A0E9F-3858-893C-CF35-1DD566F40965}"/>
              </a:ext>
            </a:extLst>
          </p:cNvPr>
          <p:cNvSpPr>
            <a:spLocks noGrp="1"/>
          </p:cNvSpPr>
          <p:nvPr>
            <p:ph type="body" sz="quarter" idx="10" hasCustomPrompt="1"/>
          </p:nvPr>
        </p:nvSpPr>
        <p:spPr>
          <a:xfrm>
            <a:off x="923460" y="2686051"/>
            <a:ext cx="3147226" cy="3124200"/>
          </a:xfrm>
        </p:spPr>
        <p:txBody>
          <a:bodyPr>
            <a:noAutofit/>
          </a:bodyPr>
          <a:lstStyle>
            <a:lvl1pPr marL="0" indent="0" algn="ctr">
              <a:buSzPct val="100000"/>
              <a:buFont typeface="Arial" panose="020B0604020202020204" pitchFamily="34" charset="0"/>
              <a:buNone/>
              <a:defRPr sz="18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Maecenas </a:t>
            </a:r>
            <a:r>
              <a:rPr lang="en-US" err="1"/>
              <a:t>porttitor</a:t>
            </a:r>
            <a:r>
              <a:rPr lang="en-US"/>
              <a:t> </a:t>
            </a:r>
            <a:r>
              <a:rPr lang="en-US" err="1"/>
              <a:t>congue</a:t>
            </a:r>
            <a:r>
              <a:rPr lang="en-US"/>
              <a:t> </a:t>
            </a:r>
            <a:r>
              <a:rPr lang="en-US" err="1"/>
              <a:t>massa</a:t>
            </a:r>
            <a:r>
              <a:rPr lang="en-US"/>
              <a:t>. </a:t>
            </a:r>
            <a:r>
              <a:rPr lang="en-US" err="1"/>
              <a:t>Fusce</a:t>
            </a:r>
            <a:r>
              <a:rPr lang="en-US"/>
              <a:t> </a:t>
            </a:r>
            <a:r>
              <a:rPr lang="en-US" err="1"/>
              <a:t>posuere</a:t>
            </a:r>
            <a:r>
              <a:rPr lang="en-US"/>
              <a:t>, magna sed pulvinar </a:t>
            </a:r>
            <a:r>
              <a:rPr lang="en-US" err="1"/>
              <a:t>ultricies</a:t>
            </a:r>
            <a:r>
              <a:rPr lang="en-US"/>
              <a:t>, </a:t>
            </a:r>
            <a:r>
              <a:rPr lang="en-US" err="1"/>
              <a:t>purus</a:t>
            </a:r>
            <a:r>
              <a:rPr lang="en-US"/>
              <a:t> </a:t>
            </a:r>
            <a:r>
              <a:rPr lang="en-US" err="1"/>
              <a:t>lectus</a:t>
            </a:r>
            <a:r>
              <a:rPr lang="en-US"/>
              <a:t> </a:t>
            </a:r>
            <a:r>
              <a:rPr lang="en-US" err="1"/>
              <a:t>malesuada</a:t>
            </a:r>
            <a:r>
              <a:rPr lang="en-US"/>
              <a:t> libero, sit </a:t>
            </a:r>
            <a:r>
              <a:rPr lang="en-US" err="1"/>
              <a:t>amet</a:t>
            </a:r>
            <a:r>
              <a:rPr lang="en-US"/>
              <a:t> </a:t>
            </a:r>
            <a:r>
              <a:rPr lang="en-US" err="1"/>
              <a:t>commodo</a:t>
            </a:r>
            <a:r>
              <a:rPr lang="en-US"/>
              <a:t> magna eros </a:t>
            </a:r>
            <a:r>
              <a:rPr lang="en-US" err="1"/>
              <a:t>quis</a:t>
            </a:r>
            <a:r>
              <a:rPr lang="en-US"/>
              <a:t> </a:t>
            </a:r>
            <a:r>
              <a:rPr lang="en-US" err="1"/>
              <a:t>urna</a:t>
            </a:r>
            <a:r>
              <a:rPr lang="en-US"/>
              <a:t>. </a:t>
            </a:r>
          </a:p>
        </p:txBody>
      </p:sp>
      <p:sp>
        <p:nvSpPr>
          <p:cNvPr id="10" name="Text Placeholder 4">
            <a:extLst>
              <a:ext uri="{FF2B5EF4-FFF2-40B4-BE49-F238E27FC236}">
                <a16:creationId xmlns:a16="http://schemas.microsoft.com/office/drawing/2014/main" id="{EC3F2F95-6ED2-1046-914B-4C224F758955}"/>
              </a:ext>
            </a:extLst>
          </p:cNvPr>
          <p:cNvSpPr>
            <a:spLocks noGrp="1"/>
          </p:cNvSpPr>
          <p:nvPr>
            <p:ph type="body" sz="quarter" idx="11" hasCustomPrompt="1"/>
          </p:nvPr>
        </p:nvSpPr>
        <p:spPr>
          <a:xfrm>
            <a:off x="8124360" y="2686051"/>
            <a:ext cx="3147226" cy="3124200"/>
          </a:xfrm>
        </p:spPr>
        <p:txBody>
          <a:bodyPr>
            <a:noAutofit/>
          </a:bodyPr>
          <a:lstStyle>
            <a:lvl1pPr marL="0" indent="0" algn="ctr">
              <a:buSzPct val="100000"/>
              <a:buFont typeface="Arial" panose="020B0604020202020204" pitchFamily="34" charset="0"/>
              <a:buNone/>
              <a:defRPr sz="18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Maecenas </a:t>
            </a:r>
            <a:r>
              <a:rPr lang="en-US" err="1"/>
              <a:t>porttitor</a:t>
            </a:r>
            <a:r>
              <a:rPr lang="en-US"/>
              <a:t> </a:t>
            </a:r>
            <a:r>
              <a:rPr lang="en-US" err="1"/>
              <a:t>congue</a:t>
            </a:r>
            <a:r>
              <a:rPr lang="en-US"/>
              <a:t> </a:t>
            </a:r>
            <a:r>
              <a:rPr lang="en-US" err="1"/>
              <a:t>massa</a:t>
            </a:r>
            <a:r>
              <a:rPr lang="en-US"/>
              <a:t>. </a:t>
            </a:r>
            <a:r>
              <a:rPr lang="en-US" err="1"/>
              <a:t>Fusce</a:t>
            </a:r>
            <a:r>
              <a:rPr lang="en-US"/>
              <a:t> </a:t>
            </a:r>
            <a:r>
              <a:rPr lang="en-US" err="1"/>
              <a:t>posuere</a:t>
            </a:r>
            <a:r>
              <a:rPr lang="en-US"/>
              <a:t>, magna sed pulvinar </a:t>
            </a:r>
            <a:r>
              <a:rPr lang="en-US" err="1"/>
              <a:t>ultricies</a:t>
            </a:r>
            <a:r>
              <a:rPr lang="en-US"/>
              <a:t>, </a:t>
            </a:r>
            <a:r>
              <a:rPr lang="en-US" err="1"/>
              <a:t>purus</a:t>
            </a:r>
            <a:r>
              <a:rPr lang="en-US"/>
              <a:t> </a:t>
            </a:r>
            <a:r>
              <a:rPr lang="en-US" err="1"/>
              <a:t>lectus</a:t>
            </a:r>
            <a:r>
              <a:rPr lang="en-US"/>
              <a:t> </a:t>
            </a:r>
            <a:r>
              <a:rPr lang="en-US" err="1"/>
              <a:t>malesuada</a:t>
            </a:r>
            <a:r>
              <a:rPr lang="en-US"/>
              <a:t> libero, sit </a:t>
            </a:r>
            <a:r>
              <a:rPr lang="en-US" err="1"/>
              <a:t>amet</a:t>
            </a:r>
            <a:r>
              <a:rPr lang="en-US"/>
              <a:t> </a:t>
            </a:r>
            <a:r>
              <a:rPr lang="en-US" err="1"/>
              <a:t>commodo</a:t>
            </a:r>
            <a:r>
              <a:rPr lang="en-US"/>
              <a:t> magna eros </a:t>
            </a:r>
            <a:r>
              <a:rPr lang="en-US" err="1"/>
              <a:t>quis</a:t>
            </a:r>
            <a:r>
              <a:rPr lang="en-US"/>
              <a:t> </a:t>
            </a:r>
            <a:r>
              <a:rPr lang="en-US" err="1"/>
              <a:t>urna</a:t>
            </a:r>
            <a:r>
              <a:rPr lang="en-US"/>
              <a:t>. </a:t>
            </a:r>
          </a:p>
        </p:txBody>
      </p:sp>
      <p:sp>
        <p:nvSpPr>
          <p:cNvPr id="12" name="Text Placeholder 4">
            <a:extLst>
              <a:ext uri="{FF2B5EF4-FFF2-40B4-BE49-F238E27FC236}">
                <a16:creationId xmlns:a16="http://schemas.microsoft.com/office/drawing/2014/main" id="{7E5CBFBF-4CAD-1F92-0464-5C423F9DA982}"/>
              </a:ext>
            </a:extLst>
          </p:cNvPr>
          <p:cNvSpPr>
            <a:spLocks noGrp="1"/>
          </p:cNvSpPr>
          <p:nvPr>
            <p:ph type="body" sz="quarter" idx="26" hasCustomPrompt="1"/>
          </p:nvPr>
        </p:nvSpPr>
        <p:spPr>
          <a:xfrm>
            <a:off x="4523910" y="2686051"/>
            <a:ext cx="3147226" cy="3124200"/>
          </a:xfrm>
        </p:spPr>
        <p:txBody>
          <a:bodyPr>
            <a:noAutofit/>
          </a:bodyPr>
          <a:lstStyle>
            <a:lvl1pPr marL="0" indent="0" algn="ctr">
              <a:buSzPct val="100000"/>
              <a:buFont typeface="Arial" panose="020B0604020202020204" pitchFamily="34" charset="0"/>
              <a:buNone/>
              <a:defRPr sz="18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Maecenas </a:t>
            </a:r>
            <a:r>
              <a:rPr lang="en-US" err="1"/>
              <a:t>porttitor</a:t>
            </a:r>
            <a:r>
              <a:rPr lang="en-US"/>
              <a:t> </a:t>
            </a:r>
            <a:r>
              <a:rPr lang="en-US" err="1"/>
              <a:t>congue</a:t>
            </a:r>
            <a:r>
              <a:rPr lang="en-US"/>
              <a:t> </a:t>
            </a:r>
            <a:r>
              <a:rPr lang="en-US" err="1"/>
              <a:t>massa</a:t>
            </a:r>
            <a:r>
              <a:rPr lang="en-US"/>
              <a:t>. </a:t>
            </a:r>
            <a:r>
              <a:rPr lang="en-US" err="1"/>
              <a:t>Fusce</a:t>
            </a:r>
            <a:r>
              <a:rPr lang="en-US"/>
              <a:t> </a:t>
            </a:r>
            <a:r>
              <a:rPr lang="en-US" err="1"/>
              <a:t>posuere</a:t>
            </a:r>
            <a:r>
              <a:rPr lang="en-US"/>
              <a:t>, magna sed pulvinar </a:t>
            </a:r>
            <a:r>
              <a:rPr lang="en-US" err="1"/>
              <a:t>ultricies</a:t>
            </a:r>
            <a:r>
              <a:rPr lang="en-US"/>
              <a:t>, </a:t>
            </a:r>
            <a:r>
              <a:rPr lang="en-US" err="1"/>
              <a:t>purus</a:t>
            </a:r>
            <a:r>
              <a:rPr lang="en-US"/>
              <a:t> </a:t>
            </a:r>
            <a:r>
              <a:rPr lang="en-US" err="1"/>
              <a:t>lectus</a:t>
            </a:r>
            <a:r>
              <a:rPr lang="en-US"/>
              <a:t> </a:t>
            </a:r>
            <a:r>
              <a:rPr lang="en-US" err="1"/>
              <a:t>malesuada</a:t>
            </a:r>
            <a:r>
              <a:rPr lang="en-US"/>
              <a:t> libero, sit </a:t>
            </a:r>
            <a:r>
              <a:rPr lang="en-US" err="1"/>
              <a:t>amet</a:t>
            </a:r>
            <a:r>
              <a:rPr lang="en-US"/>
              <a:t> </a:t>
            </a:r>
            <a:r>
              <a:rPr lang="en-US" err="1"/>
              <a:t>commodo</a:t>
            </a:r>
            <a:r>
              <a:rPr lang="en-US"/>
              <a:t> magna eros </a:t>
            </a:r>
            <a:r>
              <a:rPr lang="en-US" err="1"/>
              <a:t>quis</a:t>
            </a:r>
            <a:r>
              <a:rPr lang="en-US"/>
              <a:t> </a:t>
            </a:r>
            <a:r>
              <a:rPr lang="en-US" err="1"/>
              <a:t>urna</a:t>
            </a:r>
            <a:r>
              <a:rPr lang="en-US"/>
              <a:t>. </a:t>
            </a:r>
          </a:p>
        </p:txBody>
      </p:sp>
      <p:sp>
        <p:nvSpPr>
          <p:cNvPr id="28" name="Text Placeholder 4">
            <a:extLst>
              <a:ext uri="{FF2B5EF4-FFF2-40B4-BE49-F238E27FC236}">
                <a16:creationId xmlns:a16="http://schemas.microsoft.com/office/drawing/2014/main" id="{CCDCC00D-17ED-8F0B-BBBF-1BA6112B423F}"/>
              </a:ext>
            </a:extLst>
          </p:cNvPr>
          <p:cNvSpPr>
            <a:spLocks noGrp="1"/>
          </p:cNvSpPr>
          <p:nvPr userDrawn="1">
            <p:ph type="body" sz="quarter" idx="27" hasCustomPrompt="1"/>
          </p:nvPr>
        </p:nvSpPr>
        <p:spPr>
          <a:xfrm>
            <a:off x="880363" y="1770474"/>
            <a:ext cx="3233420" cy="613866"/>
          </a:xfrm>
          <a:prstGeom prst="roundRect">
            <a:avLst>
              <a:gd name="adj" fmla="val 75114"/>
            </a:avLst>
          </a:prstGeom>
          <a:gradFill>
            <a:gsLst>
              <a:gs pos="0">
                <a:srgbClr val="8449A9"/>
              </a:gs>
              <a:gs pos="100000">
                <a:srgbClr val="0538BB"/>
              </a:gs>
            </a:gsLst>
            <a:lin ang="2700000" scaled="1"/>
          </a:gradFill>
        </p:spPr>
        <p:txBody>
          <a:bodyPr lIns="91440" tIns="45720" rIns="91440" bIns="45720" anchor="ctr">
            <a:noAutofit/>
          </a:bodyPr>
          <a:lstStyle>
            <a:lvl1pPr marL="0" indent="0" algn="ctr">
              <a:buSzPct val="100000"/>
              <a:buFont typeface="Arial" panose="020B0604020202020204" pitchFamily="34" charset="0"/>
              <a:buNone/>
              <a:defRPr sz="2400">
                <a:solidFill>
                  <a:schemeClr val="tx1"/>
                </a:solidFill>
                <a:latin typeface="+mj-lt"/>
              </a:defRPr>
            </a:lvl1pPr>
          </a:lstStyle>
          <a:p>
            <a:pPr lvl="0"/>
            <a:r>
              <a:rPr lang="en-US"/>
              <a:t>Lorem ipsum</a:t>
            </a:r>
          </a:p>
        </p:txBody>
      </p:sp>
      <p:sp>
        <p:nvSpPr>
          <p:cNvPr id="29" name="Text Placeholder 4">
            <a:extLst>
              <a:ext uri="{FF2B5EF4-FFF2-40B4-BE49-F238E27FC236}">
                <a16:creationId xmlns:a16="http://schemas.microsoft.com/office/drawing/2014/main" id="{87A69CFD-DA45-7D52-4657-984FCD979650}"/>
              </a:ext>
            </a:extLst>
          </p:cNvPr>
          <p:cNvSpPr>
            <a:spLocks noGrp="1"/>
          </p:cNvSpPr>
          <p:nvPr userDrawn="1">
            <p:ph type="body" sz="quarter" idx="28" hasCustomPrompt="1"/>
          </p:nvPr>
        </p:nvSpPr>
        <p:spPr>
          <a:xfrm>
            <a:off x="4480813" y="1770474"/>
            <a:ext cx="3233420" cy="613866"/>
          </a:xfrm>
          <a:prstGeom prst="roundRect">
            <a:avLst>
              <a:gd name="adj" fmla="val 75114"/>
            </a:avLst>
          </a:prstGeom>
          <a:gradFill>
            <a:gsLst>
              <a:gs pos="0">
                <a:srgbClr val="8449A9"/>
              </a:gs>
              <a:gs pos="100000">
                <a:srgbClr val="0538BB"/>
              </a:gs>
            </a:gsLst>
            <a:lin ang="2700000" scaled="1"/>
          </a:gradFill>
        </p:spPr>
        <p:txBody>
          <a:bodyPr anchor="ctr">
            <a:noAutofit/>
          </a:bodyPr>
          <a:lstStyle>
            <a:lvl1pPr marL="0" indent="0" algn="ctr">
              <a:buSzPct val="100000"/>
              <a:buFont typeface="Arial" panose="020B0604020202020204" pitchFamily="34" charset="0"/>
              <a:buNone/>
              <a:defRPr sz="2400">
                <a:solidFill>
                  <a:schemeClr val="tx1"/>
                </a:solidFill>
                <a:latin typeface="+mj-lt"/>
              </a:defRPr>
            </a:lvl1pPr>
          </a:lstStyle>
          <a:p>
            <a:pPr lvl="0"/>
            <a:r>
              <a:rPr lang="en-US"/>
              <a:t>Lorem ipsum</a:t>
            </a:r>
          </a:p>
        </p:txBody>
      </p:sp>
      <p:sp>
        <p:nvSpPr>
          <p:cNvPr id="30" name="Text Placeholder 4">
            <a:extLst>
              <a:ext uri="{FF2B5EF4-FFF2-40B4-BE49-F238E27FC236}">
                <a16:creationId xmlns:a16="http://schemas.microsoft.com/office/drawing/2014/main" id="{58859C94-ABDB-53E3-8E82-EE100F40EC8A}"/>
              </a:ext>
            </a:extLst>
          </p:cNvPr>
          <p:cNvSpPr>
            <a:spLocks noGrp="1"/>
          </p:cNvSpPr>
          <p:nvPr userDrawn="1">
            <p:ph type="body" sz="quarter" idx="29" hasCustomPrompt="1"/>
          </p:nvPr>
        </p:nvSpPr>
        <p:spPr>
          <a:xfrm>
            <a:off x="8081263" y="1770474"/>
            <a:ext cx="3233420" cy="613866"/>
          </a:xfrm>
          <a:prstGeom prst="roundRect">
            <a:avLst>
              <a:gd name="adj" fmla="val 75114"/>
            </a:avLst>
          </a:prstGeom>
          <a:gradFill>
            <a:gsLst>
              <a:gs pos="0">
                <a:srgbClr val="8449A9"/>
              </a:gs>
              <a:gs pos="100000">
                <a:srgbClr val="0538BB"/>
              </a:gs>
            </a:gsLst>
            <a:lin ang="2700000" scaled="1"/>
          </a:gradFill>
        </p:spPr>
        <p:txBody>
          <a:bodyPr lIns="91440" tIns="45720" rIns="91440" bIns="45720" anchor="ctr">
            <a:noAutofit/>
          </a:bodyPr>
          <a:lstStyle>
            <a:lvl1pPr marL="0" indent="0" algn="ctr">
              <a:buSzPct val="100000"/>
              <a:buFont typeface="Arial" panose="020B0604020202020204" pitchFamily="34" charset="0"/>
              <a:buNone/>
              <a:defRPr sz="2400">
                <a:solidFill>
                  <a:schemeClr val="tx1"/>
                </a:solidFill>
                <a:latin typeface="+mj-lt"/>
              </a:defRPr>
            </a:lvl1pPr>
          </a:lstStyle>
          <a:p>
            <a:pPr lvl="0"/>
            <a:r>
              <a:rPr lang="en-US"/>
              <a:t>Lorem ipsum</a:t>
            </a:r>
          </a:p>
        </p:txBody>
      </p:sp>
    </p:spTree>
    <p:extLst>
      <p:ext uri="{BB962C8B-B14F-4D97-AF65-F5344CB8AC3E}">
        <p14:creationId xmlns:p14="http://schemas.microsoft.com/office/powerpoint/2010/main" val="722414401"/>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Right Content">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6D219CF8-6301-062F-3878-5DD2BC8B11D9}"/>
              </a:ext>
            </a:extLst>
          </p:cNvPr>
          <p:cNvSpPr>
            <a:spLocks/>
          </p:cNvSpPr>
          <p:nvPr userDrawn="1"/>
        </p:nvSpPr>
        <p:spPr bwMode="auto">
          <a:xfrm>
            <a:off x="1" y="0"/>
            <a:ext cx="4065588" cy="6858000"/>
          </a:xfrm>
          <a:prstGeom prst="rect">
            <a:avLst/>
          </a:prstGeom>
          <a:gradFill flip="none" rotWithShape="1">
            <a:gsLst>
              <a:gs pos="0">
                <a:srgbClr val="8449A9"/>
              </a:gs>
              <a:gs pos="100000">
                <a:srgbClr val="0538BB"/>
              </a:gs>
            </a:gsLst>
            <a:lin ang="2700000" scaled="1"/>
            <a:tileRect/>
          </a:gra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defTabSz="932472" fontAlgn="base">
              <a:spcBef>
                <a:spcPct val="0"/>
              </a:spcBef>
              <a:spcAft>
                <a:spcPct val="0"/>
              </a:spcAft>
            </a:pPr>
            <a:endParaRPr lang="en-US" sz="2000" err="1">
              <a:solidFill>
                <a:schemeClr val="bg1"/>
              </a:solidFill>
              <a:cs typeface="Segoe UI" pitchFamily="34" charset="0"/>
            </a:endParaRPr>
          </a:p>
        </p:txBody>
      </p:sp>
      <p:sp>
        <p:nvSpPr>
          <p:cNvPr id="6" name="Oval 5">
            <a:extLst>
              <a:ext uri="{FF2B5EF4-FFF2-40B4-BE49-F238E27FC236}">
                <a16:creationId xmlns:a16="http://schemas.microsoft.com/office/drawing/2014/main" id="{13B417DA-4FE9-DDB4-D474-47CEAD57BA9A}"/>
              </a:ext>
            </a:extLst>
          </p:cNvPr>
          <p:cNvSpPr/>
          <p:nvPr userDrawn="1"/>
        </p:nvSpPr>
        <p:spPr bwMode="auto">
          <a:xfrm>
            <a:off x="4649788" y="1569334"/>
            <a:ext cx="652463" cy="652463"/>
          </a:xfrm>
          <a:prstGeom prst="ellipse">
            <a:avLst/>
          </a:prstGeom>
          <a:solidFill>
            <a:schemeClr val="tx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742950" defTabSz="932742" fontAlgn="base">
              <a:spcBef>
                <a:spcPct val="0"/>
              </a:spcBef>
              <a:spcAft>
                <a:spcPct val="0"/>
              </a:spcAft>
            </a:pPr>
            <a:endParaRPr lang="en-US" sz="4000" spc="-50" err="1">
              <a:ln w="3175">
                <a:noFill/>
              </a:ln>
              <a:solidFill>
                <a:schemeClr val="tx1"/>
              </a:solidFill>
              <a:latin typeface="Aptos SemiBold" panose="020B0004020202020204" pitchFamily="34" charset="0"/>
              <a:cs typeface="Segoe UI" pitchFamily="34" charset="0"/>
            </a:endParaRPr>
          </a:p>
        </p:txBody>
      </p:sp>
      <p:cxnSp>
        <p:nvCxnSpPr>
          <p:cNvPr id="11" name="Straight Connector 10">
            <a:extLst>
              <a:ext uri="{FF2B5EF4-FFF2-40B4-BE49-F238E27FC236}">
                <a16:creationId xmlns:a16="http://schemas.microsoft.com/office/drawing/2014/main" id="{49708FCF-8546-DBA2-A113-19B7FDF6B7BA}"/>
              </a:ext>
            </a:extLst>
          </p:cNvPr>
          <p:cNvCxnSpPr/>
          <p:nvPr userDrawn="1"/>
        </p:nvCxnSpPr>
        <p:spPr>
          <a:xfrm>
            <a:off x="5428343" y="1895565"/>
            <a:ext cx="6181045" cy="0"/>
          </a:xfrm>
          <a:prstGeom prst="line">
            <a:avLst/>
          </a:prstGeom>
          <a:ln w="635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a:xfrm>
            <a:off x="588263" y="2444115"/>
            <a:ext cx="2824862" cy="1969770"/>
          </a:xfrm>
        </p:spPr>
        <p:txBody>
          <a:bodyPr anchor="ctr">
            <a:noAutofit/>
          </a:bodyPr>
          <a:lstStyle>
            <a:lvl1pPr>
              <a:defRPr sz="3200"/>
            </a:lvl1pPr>
          </a:lstStyle>
          <a:p>
            <a:r>
              <a:rPr lang="en-US"/>
              <a:t>Click to edit Master title style</a:t>
            </a:r>
          </a:p>
        </p:txBody>
      </p:sp>
      <p:pic>
        <p:nvPicPr>
          <p:cNvPr id="36" name="Picture 35" descr="A silver shield with text and stars&#10;&#10;AI-generated content may be incorrect.">
            <a:extLst>
              <a:ext uri="{FF2B5EF4-FFF2-40B4-BE49-F238E27FC236}">
                <a16:creationId xmlns:a16="http://schemas.microsoft.com/office/drawing/2014/main" id="{74FF1801-287D-2733-9928-4E90A7D39335}"/>
              </a:ext>
            </a:extLst>
          </p:cNvPr>
          <p:cNvPicPr>
            <a:picLocks noChangeAspect="1"/>
          </p:cNvPicPr>
          <p:nvPr userDrawn="1"/>
        </p:nvPicPr>
        <p:blipFill>
          <a:blip r:embed="rId2">
            <a:alphaModFix/>
          </a:blip>
          <a:srcRect l="3844" t="2514" r="4223" b="5918"/>
          <a:stretch>
            <a:fillRect/>
          </a:stretch>
        </p:blipFill>
        <p:spPr>
          <a:xfrm>
            <a:off x="11385550" y="288925"/>
            <a:ext cx="512761" cy="510720"/>
          </a:xfrm>
          <a:prstGeom prst="rect">
            <a:avLst/>
          </a:prstGeom>
          <a:effectLst/>
        </p:spPr>
      </p:pic>
      <p:sp>
        <p:nvSpPr>
          <p:cNvPr id="13" name="Text Placeholder 4">
            <a:extLst>
              <a:ext uri="{FF2B5EF4-FFF2-40B4-BE49-F238E27FC236}">
                <a16:creationId xmlns:a16="http://schemas.microsoft.com/office/drawing/2014/main" id="{C49A0E9F-3858-893C-CF35-1DD566F40965}"/>
              </a:ext>
            </a:extLst>
          </p:cNvPr>
          <p:cNvSpPr>
            <a:spLocks noGrp="1"/>
          </p:cNvSpPr>
          <p:nvPr>
            <p:ph type="body" sz="quarter" idx="10" hasCustomPrompt="1"/>
          </p:nvPr>
        </p:nvSpPr>
        <p:spPr>
          <a:xfrm>
            <a:off x="4649788" y="2487898"/>
            <a:ext cx="6959600" cy="2800767"/>
          </a:xfrm>
        </p:spPr>
        <p:txBody>
          <a:bodyPr>
            <a:noAutofit/>
          </a:bodyPr>
          <a:lstStyle>
            <a:lvl1pPr marL="0" indent="0" algn="l">
              <a:buSzPct val="100000"/>
              <a:buFont typeface="Arial" panose="020B0604020202020204" pitchFamily="34" charset="0"/>
              <a:buNone/>
              <a:defRPr sz="18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Maecenas </a:t>
            </a:r>
            <a:r>
              <a:rPr lang="en-US" err="1"/>
              <a:t>porttitor</a:t>
            </a:r>
            <a:r>
              <a:rPr lang="en-US"/>
              <a:t> </a:t>
            </a:r>
            <a:r>
              <a:rPr lang="en-US" err="1"/>
              <a:t>congue</a:t>
            </a:r>
            <a:r>
              <a:rPr lang="en-US"/>
              <a:t> </a:t>
            </a:r>
            <a:r>
              <a:rPr lang="en-US" err="1"/>
              <a:t>massa</a:t>
            </a:r>
            <a:r>
              <a:rPr lang="en-US"/>
              <a:t>. </a:t>
            </a:r>
            <a:r>
              <a:rPr lang="en-US" err="1"/>
              <a:t>Fusce</a:t>
            </a:r>
            <a:r>
              <a:rPr lang="en-US"/>
              <a:t> </a:t>
            </a:r>
            <a:r>
              <a:rPr lang="en-US" err="1"/>
              <a:t>posuere</a:t>
            </a:r>
            <a:r>
              <a:rPr lang="en-US"/>
              <a:t>, magna sed pulvinar </a:t>
            </a:r>
            <a:r>
              <a:rPr lang="en-US" err="1"/>
              <a:t>ultricies</a:t>
            </a:r>
            <a:r>
              <a:rPr lang="en-US"/>
              <a:t>, </a:t>
            </a:r>
            <a:r>
              <a:rPr lang="en-US" err="1"/>
              <a:t>purus</a:t>
            </a:r>
            <a:r>
              <a:rPr lang="en-US"/>
              <a:t> </a:t>
            </a:r>
            <a:r>
              <a:rPr lang="en-US" err="1"/>
              <a:t>lectus</a:t>
            </a:r>
            <a:r>
              <a:rPr lang="en-US"/>
              <a:t> </a:t>
            </a:r>
            <a:r>
              <a:rPr lang="en-US" err="1"/>
              <a:t>malesuada</a:t>
            </a:r>
            <a:r>
              <a:rPr lang="en-US"/>
              <a:t> libero, sit </a:t>
            </a:r>
            <a:r>
              <a:rPr lang="en-US" err="1"/>
              <a:t>amet</a:t>
            </a:r>
            <a:r>
              <a:rPr lang="en-US"/>
              <a:t> </a:t>
            </a:r>
            <a:r>
              <a:rPr lang="en-US" err="1"/>
              <a:t>commodo</a:t>
            </a:r>
            <a:r>
              <a:rPr lang="en-US"/>
              <a:t> magna eros </a:t>
            </a:r>
            <a:r>
              <a:rPr lang="en-US" err="1"/>
              <a:t>quis</a:t>
            </a:r>
            <a:r>
              <a:rPr lang="en-US"/>
              <a:t> </a:t>
            </a:r>
            <a:r>
              <a:rPr lang="en-US" err="1"/>
              <a:t>urna</a:t>
            </a:r>
            <a:r>
              <a:rPr lang="en-US"/>
              <a:t>.</a:t>
            </a:r>
          </a:p>
          <a:p>
            <a:pPr lvl="0"/>
            <a:r>
              <a:rPr lang="en-US"/>
              <a:t>Nunc </a:t>
            </a:r>
            <a:r>
              <a:rPr lang="en-US" err="1"/>
              <a:t>viverra</a:t>
            </a:r>
            <a:r>
              <a:rPr lang="en-US"/>
              <a:t> </a:t>
            </a:r>
            <a:r>
              <a:rPr lang="en-US" err="1"/>
              <a:t>imperdiet</a:t>
            </a:r>
            <a:r>
              <a:rPr lang="en-US"/>
              <a:t> </a:t>
            </a:r>
            <a:r>
              <a:rPr lang="en-US" err="1"/>
              <a:t>enim</a:t>
            </a:r>
            <a:r>
              <a:rPr lang="en-US"/>
              <a:t>. </a:t>
            </a:r>
            <a:r>
              <a:rPr lang="en-US" err="1"/>
              <a:t>Fusce</a:t>
            </a:r>
            <a:r>
              <a:rPr lang="en-US"/>
              <a:t> est. </a:t>
            </a:r>
            <a:r>
              <a:rPr lang="en-US" err="1"/>
              <a:t>Vivamus</a:t>
            </a:r>
            <a:r>
              <a:rPr lang="en-US"/>
              <a:t> a </a:t>
            </a:r>
            <a:r>
              <a:rPr lang="en-US" err="1"/>
              <a:t>tellus</a:t>
            </a:r>
            <a:r>
              <a:rPr lang="en-US"/>
              <a:t>.</a:t>
            </a:r>
          </a:p>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Maecenas </a:t>
            </a:r>
            <a:r>
              <a:rPr lang="en-US" err="1"/>
              <a:t>porttitor</a:t>
            </a:r>
            <a:r>
              <a:rPr lang="en-US"/>
              <a:t> </a:t>
            </a:r>
            <a:r>
              <a:rPr lang="en-US" err="1"/>
              <a:t>congue</a:t>
            </a:r>
            <a:r>
              <a:rPr lang="en-US"/>
              <a:t> </a:t>
            </a:r>
            <a:r>
              <a:rPr lang="en-US" err="1"/>
              <a:t>massa</a:t>
            </a:r>
            <a:r>
              <a:rPr lang="en-US"/>
              <a:t>. </a:t>
            </a:r>
            <a:r>
              <a:rPr lang="en-US" err="1"/>
              <a:t>Fusce</a:t>
            </a:r>
            <a:r>
              <a:rPr lang="en-US"/>
              <a:t> </a:t>
            </a:r>
            <a:r>
              <a:rPr lang="en-US" err="1"/>
              <a:t>posuere</a:t>
            </a:r>
            <a:r>
              <a:rPr lang="en-US"/>
              <a:t>, magna sed pulvinar </a:t>
            </a:r>
            <a:r>
              <a:rPr lang="en-US" err="1"/>
              <a:t>ultricies</a:t>
            </a:r>
            <a:r>
              <a:rPr lang="en-US"/>
              <a:t>, </a:t>
            </a:r>
            <a:r>
              <a:rPr lang="en-US" err="1"/>
              <a:t>purus</a:t>
            </a:r>
            <a:r>
              <a:rPr lang="en-US"/>
              <a:t> </a:t>
            </a:r>
            <a:r>
              <a:rPr lang="en-US" err="1"/>
              <a:t>lectus</a:t>
            </a:r>
            <a:r>
              <a:rPr lang="en-US"/>
              <a:t> </a:t>
            </a:r>
            <a:r>
              <a:rPr lang="en-US" err="1"/>
              <a:t>malesuada</a:t>
            </a:r>
            <a:r>
              <a:rPr lang="en-US"/>
              <a:t> libero, sit </a:t>
            </a:r>
            <a:r>
              <a:rPr lang="en-US" err="1"/>
              <a:t>amet</a:t>
            </a:r>
            <a:r>
              <a:rPr lang="en-US"/>
              <a:t> </a:t>
            </a:r>
            <a:r>
              <a:rPr lang="en-US" err="1"/>
              <a:t>commodo</a:t>
            </a:r>
            <a:r>
              <a:rPr lang="en-US"/>
              <a:t> magna eros </a:t>
            </a:r>
            <a:r>
              <a:rPr lang="en-US" err="1"/>
              <a:t>quis</a:t>
            </a:r>
            <a:r>
              <a:rPr lang="en-US"/>
              <a:t> </a:t>
            </a:r>
            <a:r>
              <a:rPr lang="en-US" err="1"/>
              <a:t>urna</a:t>
            </a:r>
            <a:r>
              <a:rPr lang="en-US"/>
              <a:t>.</a:t>
            </a:r>
          </a:p>
        </p:txBody>
      </p:sp>
    </p:spTree>
    <p:extLst>
      <p:ext uri="{BB962C8B-B14F-4D97-AF65-F5344CB8AC3E}">
        <p14:creationId xmlns:p14="http://schemas.microsoft.com/office/powerpoint/2010/main" val="3959810657"/>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Right Content w/imag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B410DD66-BEF5-AD96-BBE3-8DE5EBF9AFF0}"/>
              </a:ext>
            </a:extLst>
          </p:cNvPr>
          <p:cNvSpPr>
            <a:spLocks/>
          </p:cNvSpPr>
          <p:nvPr userDrawn="1"/>
        </p:nvSpPr>
        <p:spPr bwMode="auto">
          <a:xfrm>
            <a:off x="0" y="0"/>
            <a:ext cx="5008563" cy="6858000"/>
          </a:xfrm>
          <a:prstGeom prst="rect">
            <a:avLst/>
          </a:prstGeom>
          <a:gradFill flip="none" rotWithShape="1">
            <a:gsLst>
              <a:gs pos="0">
                <a:srgbClr val="8449A9"/>
              </a:gs>
              <a:gs pos="100000">
                <a:srgbClr val="0538BB"/>
              </a:gs>
            </a:gsLst>
            <a:lin ang="2700000" scaled="1"/>
            <a:tileRect/>
          </a:gra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defTabSz="932472" fontAlgn="base">
              <a:spcBef>
                <a:spcPct val="0"/>
              </a:spcBef>
              <a:spcAft>
                <a:spcPct val="0"/>
              </a:spcAft>
            </a:pPr>
            <a:endParaRPr lang="en-US" sz="2000" err="1">
              <a:solidFill>
                <a:schemeClr val="bg1"/>
              </a:solidFill>
              <a:cs typeface="Segoe UI" pitchFamily="34" charset="0"/>
            </a:endParaRPr>
          </a:p>
        </p:txBody>
      </p:sp>
      <p:sp>
        <p:nvSpPr>
          <p:cNvPr id="5" name="Rectangle: Rounded Corners 4">
            <a:extLst>
              <a:ext uri="{FF2B5EF4-FFF2-40B4-BE49-F238E27FC236}">
                <a16:creationId xmlns:a16="http://schemas.microsoft.com/office/drawing/2014/main" id="{A320564B-5731-3320-C8CA-3A47A25F8901}"/>
              </a:ext>
            </a:extLst>
          </p:cNvPr>
          <p:cNvSpPr/>
          <p:nvPr userDrawn="1"/>
        </p:nvSpPr>
        <p:spPr bwMode="auto">
          <a:xfrm>
            <a:off x="3619500" y="914401"/>
            <a:ext cx="7987282" cy="5029198"/>
          </a:xfrm>
          <a:prstGeom prst="roundRect">
            <a:avLst>
              <a:gd name="adj" fmla="val 6066"/>
            </a:avLst>
          </a:prstGeom>
          <a:solidFill>
            <a:schemeClr val="bg1"/>
          </a:solidFill>
          <a:ln w="1270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defTabSz="932472" fontAlgn="base">
              <a:spcBef>
                <a:spcPct val="0"/>
              </a:spcBef>
              <a:spcAft>
                <a:spcPct val="0"/>
              </a:spcAft>
            </a:pPr>
            <a:endParaRPr lang="en-US" sz="2000" kern="0" err="1">
              <a:solidFill>
                <a:srgbClr val="091F2C"/>
              </a:solidFill>
              <a:latin typeface="Segoe UI" panose="020B0502040204020203" pitchFamily="34" charset="0"/>
              <a:cs typeface="Segoe UI" panose="020B0502040204020203" pitchFamily="34" charset="0"/>
            </a:endParaRPr>
          </a:p>
        </p:txBody>
      </p:sp>
      <p:cxnSp>
        <p:nvCxnSpPr>
          <p:cNvPr id="15" name="Straight Connector 14">
            <a:extLst>
              <a:ext uri="{FF2B5EF4-FFF2-40B4-BE49-F238E27FC236}">
                <a16:creationId xmlns:a16="http://schemas.microsoft.com/office/drawing/2014/main" id="{F0CDE4F4-7637-A3B9-AE34-A62C85748D27}"/>
              </a:ext>
            </a:extLst>
          </p:cNvPr>
          <p:cNvCxnSpPr/>
          <p:nvPr userDrawn="1"/>
        </p:nvCxnSpPr>
        <p:spPr>
          <a:xfrm>
            <a:off x="6306803" y="3305889"/>
            <a:ext cx="0" cy="2496312"/>
          </a:xfrm>
          <a:prstGeom prst="line">
            <a:avLst/>
          </a:prstGeom>
          <a:ln w="635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E248FCFE-C510-1CB5-C187-2B33129616FB}"/>
              </a:ext>
            </a:extLst>
          </p:cNvPr>
          <p:cNvCxnSpPr/>
          <p:nvPr userDrawn="1"/>
        </p:nvCxnSpPr>
        <p:spPr>
          <a:xfrm>
            <a:off x="8919481" y="3305889"/>
            <a:ext cx="0" cy="2496312"/>
          </a:xfrm>
          <a:prstGeom prst="line">
            <a:avLst/>
          </a:prstGeom>
          <a:ln w="635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a:xfrm>
            <a:off x="588263" y="2444115"/>
            <a:ext cx="2824862" cy="1969770"/>
          </a:xfrm>
        </p:spPr>
        <p:txBody>
          <a:bodyPr anchor="ctr">
            <a:noAutofit/>
          </a:bodyPr>
          <a:lstStyle>
            <a:lvl1pPr>
              <a:defRPr sz="3200"/>
            </a:lvl1pPr>
          </a:lstStyle>
          <a:p>
            <a:r>
              <a:rPr lang="en-US"/>
              <a:t>Click to edit Master title style</a:t>
            </a:r>
          </a:p>
        </p:txBody>
      </p:sp>
      <p:pic>
        <p:nvPicPr>
          <p:cNvPr id="36" name="Picture 35" descr="A silver shield with text and stars&#10;&#10;AI-generated content may be incorrect.">
            <a:extLst>
              <a:ext uri="{FF2B5EF4-FFF2-40B4-BE49-F238E27FC236}">
                <a16:creationId xmlns:a16="http://schemas.microsoft.com/office/drawing/2014/main" id="{74FF1801-287D-2733-9928-4E90A7D39335}"/>
              </a:ext>
            </a:extLst>
          </p:cNvPr>
          <p:cNvPicPr>
            <a:picLocks noChangeAspect="1"/>
          </p:cNvPicPr>
          <p:nvPr userDrawn="1"/>
        </p:nvPicPr>
        <p:blipFill>
          <a:blip r:embed="rId2">
            <a:alphaModFix/>
          </a:blip>
          <a:srcRect l="3844" t="2514" r="4223" b="5918"/>
          <a:stretch>
            <a:fillRect/>
          </a:stretch>
        </p:blipFill>
        <p:spPr>
          <a:xfrm>
            <a:off x="11385550" y="288925"/>
            <a:ext cx="512761" cy="510720"/>
          </a:xfrm>
          <a:prstGeom prst="rect">
            <a:avLst/>
          </a:prstGeom>
          <a:effectLst/>
        </p:spPr>
      </p:pic>
      <p:sp>
        <p:nvSpPr>
          <p:cNvPr id="24" name="Text Placeholder 4">
            <a:extLst>
              <a:ext uri="{FF2B5EF4-FFF2-40B4-BE49-F238E27FC236}">
                <a16:creationId xmlns:a16="http://schemas.microsoft.com/office/drawing/2014/main" id="{D60C2E20-61E5-BBC7-39EB-725601DC7112}"/>
              </a:ext>
            </a:extLst>
          </p:cNvPr>
          <p:cNvSpPr>
            <a:spLocks noGrp="1"/>
          </p:cNvSpPr>
          <p:nvPr>
            <p:ph type="body" sz="quarter" idx="11" hasCustomPrompt="1"/>
          </p:nvPr>
        </p:nvSpPr>
        <p:spPr>
          <a:xfrm>
            <a:off x="6456537" y="3695700"/>
            <a:ext cx="2313210" cy="2103178"/>
          </a:xfrm>
        </p:spPr>
        <p:txBody>
          <a:bodyPr>
            <a:noAutofit/>
          </a:bodyPr>
          <a:lstStyle>
            <a:lvl1pPr marL="0" indent="0" algn="ctr">
              <a:buSzPct val="100000"/>
              <a:buFont typeface="Arial" panose="020B0604020202020204" pitchFamily="34" charset="0"/>
              <a:buNone/>
              <a:defRPr sz="16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Maecenas </a:t>
            </a:r>
            <a:r>
              <a:rPr lang="en-US" err="1"/>
              <a:t>porttitor</a:t>
            </a:r>
            <a:r>
              <a:rPr lang="en-US"/>
              <a:t> </a:t>
            </a:r>
            <a:r>
              <a:rPr lang="en-US" err="1"/>
              <a:t>congue</a:t>
            </a:r>
            <a:r>
              <a:rPr lang="en-US"/>
              <a:t> </a:t>
            </a:r>
            <a:r>
              <a:rPr lang="en-US" err="1"/>
              <a:t>massa</a:t>
            </a:r>
            <a:r>
              <a:rPr lang="en-US"/>
              <a:t>. </a:t>
            </a:r>
            <a:r>
              <a:rPr lang="en-US" err="1"/>
              <a:t>Fusce</a:t>
            </a:r>
            <a:r>
              <a:rPr lang="en-US"/>
              <a:t> </a:t>
            </a:r>
            <a:r>
              <a:rPr lang="en-US" err="1"/>
              <a:t>posuere</a:t>
            </a:r>
            <a:r>
              <a:rPr lang="en-US"/>
              <a:t>, magna sed pulvinar </a:t>
            </a:r>
            <a:r>
              <a:rPr lang="en-US" err="1"/>
              <a:t>ultricies</a:t>
            </a:r>
            <a:r>
              <a:rPr lang="en-US"/>
              <a:t>,.</a:t>
            </a:r>
          </a:p>
        </p:txBody>
      </p:sp>
      <p:sp>
        <p:nvSpPr>
          <p:cNvPr id="25" name="Text Placeholder 4">
            <a:extLst>
              <a:ext uri="{FF2B5EF4-FFF2-40B4-BE49-F238E27FC236}">
                <a16:creationId xmlns:a16="http://schemas.microsoft.com/office/drawing/2014/main" id="{3C84EC4A-7494-5FEF-0C8D-CA5524840EA2}"/>
              </a:ext>
            </a:extLst>
          </p:cNvPr>
          <p:cNvSpPr>
            <a:spLocks noGrp="1"/>
          </p:cNvSpPr>
          <p:nvPr>
            <p:ph type="body" sz="quarter" idx="12" hasCustomPrompt="1"/>
          </p:nvPr>
        </p:nvSpPr>
        <p:spPr>
          <a:xfrm>
            <a:off x="9069214" y="3695700"/>
            <a:ext cx="2313210" cy="2103178"/>
          </a:xfrm>
        </p:spPr>
        <p:txBody>
          <a:bodyPr>
            <a:noAutofit/>
          </a:bodyPr>
          <a:lstStyle>
            <a:lvl1pPr marL="0" indent="0" algn="ctr">
              <a:buSzPct val="100000"/>
              <a:buFont typeface="Arial" panose="020B0604020202020204" pitchFamily="34" charset="0"/>
              <a:buNone/>
              <a:defRPr sz="16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Maecenas </a:t>
            </a:r>
            <a:r>
              <a:rPr lang="en-US" err="1"/>
              <a:t>porttitor</a:t>
            </a:r>
            <a:r>
              <a:rPr lang="en-US"/>
              <a:t> </a:t>
            </a:r>
            <a:r>
              <a:rPr lang="en-US" err="1"/>
              <a:t>congue</a:t>
            </a:r>
            <a:r>
              <a:rPr lang="en-US"/>
              <a:t> </a:t>
            </a:r>
            <a:r>
              <a:rPr lang="en-US" err="1"/>
              <a:t>massa</a:t>
            </a:r>
            <a:r>
              <a:rPr lang="en-US"/>
              <a:t>. </a:t>
            </a:r>
            <a:r>
              <a:rPr lang="en-US" err="1"/>
              <a:t>Fusce</a:t>
            </a:r>
            <a:r>
              <a:rPr lang="en-US"/>
              <a:t> </a:t>
            </a:r>
            <a:r>
              <a:rPr lang="en-US" err="1"/>
              <a:t>posuere</a:t>
            </a:r>
            <a:r>
              <a:rPr lang="en-US"/>
              <a:t>, magna sed pulvinar </a:t>
            </a:r>
            <a:r>
              <a:rPr lang="en-US" err="1"/>
              <a:t>ultricies</a:t>
            </a:r>
            <a:r>
              <a:rPr lang="en-US"/>
              <a:t>,.</a:t>
            </a:r>
          </a:p>
        </p:txBody>
      </p:sp>
      <p:sp>
        <p:nvSpPr>
          <p:cNvPr id="26" name="Text Placeholder 4">
            <a:extLst>
              <a:ext uri="{FF2B5EF4-FFF2-40B4-BE49-F238E27FC236}">
                <a16:creationId xmlns:a16="http://schemas.microsoft.com/office/drawing/2014/main" id="{7E4553E0-0909-E795-4581-D517C4E25FA7}"/>
              </a:ext>
            </a:extLst>
          </p:cNvPr>
          <p:cNvSpPr>
            <a:spLocks noGrp="1"/>
          </p:cNvSpPr>
          <p:nvPr>
            <p:ph type="body" sz="quarter" idx="10" hasCustomPrompt="1"/>
          </p:nvPr>
        </p:nvSpPr>
        <p:spPr>
          <a:xfrm>
            <a:off x="3843859" y="3695700"/>
            <a:ext cx="2313210" cy="2103178"/>
          </a:xfrm>
        </p:spPr>
        <p:txBody>
          <a:bodyPr>
            <a:noAutofit/>
          </a:bodyPr>
          <a:lstStyle>
            <a:lvl1pPr marL="0" indent="0" algn="ctr">
              <a:buSzPct val="100000"/>
              <a:buFont typeface="Arial" panose="020B0604020202020204" pitchFamily="34" charset="0"/>
              <a:buNone/>
              <a:defRPr sz="16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Maecenas </a:t>
            </a:r>
            <a:r>
              <a:rPr lang="en-US" err="1"/>
              <a:t>porttitor</a:t>
            </a:r>
            <a:r>
              <a:rPr lang="en-US"/>
              <a:t> </a:t>
            </a:r>
            <a:r>
              <a:rPr lang="en-US" err="1"/>
              <a:t>congue</a:t>
            </a:r>
            <a:r>
              <a:rPr lang="en-US"/>
              <a:t> </a:t>
            </a:r>
            <a:r>
              <a:rPr lang="en-US" err="1"/>
              <a:t>massa</a:t>
            </a:r>
            <a:r>
              <a:rPr lang="en-US"/>
              <a:t>. </a:t>
            </a:r>
            <a:r>
              <a:rPr lang="en-US" err="1"/>
              <a:t>Fusce</a:t>
            </a:r>
            <a:r>
              <a:rPr lang="en-US"/>
              <a:t> </a:t>
            </a:r>
            <a:r>
              <a:rPr lang="en-US" err="1"/>
              <a:t>posuere</a:t>
            </a:r>
            <a:r>
              <a:rPr lang="en-US"/>
              <a:t>, magna sed pulvinar </a:t>
            </a:r>
            <a:r>
              <a:rPr lang="en-US" err="1"/>
              <a:t>ultricies</a:t>
            </a:r>
            <a:r>
              <a:rPr lang="en-US"/>
              <a:t>,.</a:t>
            </a:r>
          </a:p>
        </p:txBody>
      </p:sp>
      <p:sp>
        <p:nvSpPr>
          <p:cNvPr id="27" name="Text Placeholder 4">
            <a:extLst>
              <a:ext uri="{FF2B5EF4-FFF2-40B4-BE49-F238E27FC236}">
                <a16:creationId xmlns:a16="http://schemas.microsoft.com/office/drawing/2014/main" id="{C51A41B7-DAA5-FB6A-0384-21E000A9E7BA}"/>
              </a:ext>
            </a:extLst>
          </p:cNvPr>
          <p:cNvSpPr>
            <a:spLocks noGrp="1"/>
          </p:cNvSpPr>
          <p:nvPr>
            <p:ph type="body" sz="quarter" idx="13" hasCustomPrompt="1"/>
          </p:nvPr>
        </p:nvSpPr>
        <p:spPr>
          <a:xfrm>
            <a:off x="3843859" y="3279527"/>
            <a:ext cx="2313210" cy="276999"/>
          </a:xfrm>
        </p:spPr>
        <p:txBody>
          <a:bodyPr>
            <a:spAutoFit/>
          </a:bodyPr>
          <a:lstStyle>
            <a:lvl1pPr marL="0" indent="0" algn="ctr">
              <a:buSzPct val="100000"/>
              <a:buFont typeface="Arial" panose="020B0604020202020204" pitchFamily="34" charset="0"/>
              <a:buNone/>
              <a:defRPr sz="1800">
                <a:solidFill>
                  <a:schemeClr val="accent1"/>
                </a:solidFill>
                <a:latin typeface="+mj-lt"/>
              </a:defRPr>
            </a:lvl1pPr>
          </a:lstStyle>
          <a:p>
            <a:pPr lvl="0"/>
            <a:r>
              <a:rPr lang="en-US"/>
              <a:t>Lorem ipsum</a:t>
            </a:r>
          </a:p>
        </p:txBody>
      </p:sp>
      <p:sp>
        <p:nvSpPr>
          <p:cNvPr id="28" name="Text Placeholder 4">
            <a:extLst>
              <a:ext uri="{FF2B5EF4-FFF2-40B4-BE49-F238E27FC236}">
                <a16:creationId xmlns:a16="http://schemas.microsoft.com/office/drawing/2014/main" id="{90CC8220-519E-0158-8039-E66ED6F5C94C}"/>
              </a:ext>
            </a:extLst>
          </p:cNvPr>
          <p:cNvSpPr>
            <a:spLocks noGrp="1"/>
          </p:cNvSpPr>
          <p:nvPr>
            <p:ph type="body" sz="quarter" idx="14" hasCustomPrompt="1"/>
          </p:nvPr>
        </p:nvSpPr>
        <p:spPr>
          <a:xfrm>
            <a:off x="6456537" y="3279527"/>
            <a:ext cx="2313210" cy="276999"/>
          </a:xfrm>
        </p:spPr>
        <p:txBody>
          <a:bodyPr>
            <a:spAutoFit/>
          </a:bodyPr>
          <a:lstStyle>
            <a:lvl1pPr marL="0" indent="0" algn="ctr">
              <a:buSzPct val="100000"/>
              <a:buFont typeface="Arial" panose="020B0604020202020204" pitchFamily="34" charset="0"/>
              <a:buNone/>
              <a:defRPr sz="1800">
                <a:solidFill>
                  <a:schemeClr val="accent1"/>
                </a:solidFill>
                <a:latin typeface="+mj-lt"/>
              </a:defRPr>
            </a:lvl1pPr>
          </a:lstStyle>
          <a:p>
            <a:pPr lvl="0"/>
            <a:r>
              <a:rPr lang="en-US"/>
              <a:t>Lorem ipsum</a:t>
            </a:r>
          </a:p>
        </p:txBody>
      </p:sp>
      <p:sp>
        <p:nvSpPr>
          <p:cNvPr id="29" name="Text Placeholder 4">
            <a:extLst>
              <a:ext uri="{FF2B5EF4-FFF2-40B4-BE49-F238E27FC236}">
                <a16:creationId xmlns:a16="http://schemas.microsoft.com/office/drawing/2014/main" id="{923F7EEB-42B1-67A4-209A-D406C1BA9321}"/>
              </a:ext>
            </a:extLst>
          </p:cNvPr>
          <p:cNvSpPr>
            <a:spLocks noGrp="1"/>
          </p:cNvSpPr>
          <p:nvPr>
            <p:ph type="body" sz="quarter" idx="15" hasCustomPrompt="1"/>
          </p:nvPr>
        </p:nvSpPr>
        <p:spPr>
          <a:xfrm>
            <a:off x="9069214" y="3279527"/>
            <a:ext cx="2313210" cy="276999"/>
          </a:xfrm>
        </p:spPr>
        <p:txBody>
          <a:bodyPr>
            <a:spAutoFit/>
          </a:bodyPr>
          <a:lstStyle>
            <a:lvl1pPr marL="0" indent="0" algn="ctr">
              <a:buSzPct val="100000"/>
              <a:buFont typeface="Arial" panose="020B0604020202020204" pitchFamily="34" charset="0"/>
              <a:buNone/>
              <a:defRPr sz="1800">
                <a:solidFill>
                  <a:schemeClr val="accent1"/>
                </a:solidFill>
                <a:latin typeface="+mj-lt"/>
              </a:defRPr>
            </a:lvl1pPr>
          </a:lstStyle>
          <a:p>
            <a:pPr lvl="0"/>
            <a:r>
              <a:rPr lang="en-US"/>
              <a:t>Lorem ipsum</a:t>
            </a:r>
          </a:p>
        </p:txBody>
      </p:sp>
      <p:sp>
        <p:nvSpPr>
          <p:cNvPr id="39" name="Picture Placeholder 38">
            <a:extLst>
              <a:ext uri="{FF2B5EF4-FFF2-40B4-BE49-F238E27FC236}">
                <a16:creationId xmlns:a16="http://schemas.microsoft.com/office/drawing/2014/main" id="{31D98E28-0CAD-035F-2E2B-3A739CB2D11D}"/>
              </a:ext>
            </a:extLst>
          </p:cNvPr>
          <p:cNvSpPr>
            <a:spLocks noGrp="1"/>
          </p:cNvSpPr>
          <p:nvPr>
            <p:ph type="pic" sz="quarter" idx="16"/>
          </p:nvPr>
        </p:nvSpPr>
        <p:spPr>
          <a:xfrm>
            <a:off x="3768751" y="1059121"/>
            <a:ext cx="2463426" cy="2052069"/>
          </a:xfrm>
          <a:custGeom>
            <a:avLst/>
            <a:gdLst>
              <a:gd name="connsiteX0" fmla="*/ 182614 w 2463426"/>
              <a:gd name="connsiteY0" fmla="*/ 0 h 2052069"/>
              <a:gd name="connsiteX1" fmla="*/ 2280812 w 2463426"/>
              <a:gd name="connsiteY1" fmla="*/ 0 h 2052069"/>
              <a:gd name="connsiteX2" fmla="*/ 2463426 w 2463426"/>
              <a:gd name="connsiteY2" fmla="*/ 182614 h 2052069"/>
              <a:gd name="connsiteX3" fmla="*/ 2463426 w 2463426"/>
              <a:gd name="connsiteY3" fmla="*/ 1869455 h 2052069"/>
              <a:gd name="connsiteX4" fmla="*/ 2280812 w 2463426"/>
              <a:gd name="connsiteY4" fmla="*/ 2052069 h 2052069"/>
              <a:gd name="connsiteX5" fmla="*/ 1653356 w 2463426"/>
              <a:gd name="connsiteY5" fmla="*/ 2052069 h 2052069"/>
              <a:gd name="connsiteX6" fmla="*/ 1624193 w 2463426"/>
              <a:gd name="connsiteY6" fmla="*/ 2022906 h 2052069"/>
              <a:gd name="connsiteX7" fmla="*/ 839233 w 2463426"/>
              <a:gd name="connsiteY7" fmla="*/ 2022906 h 2052069"/>
              <a:gd name="connsiteX8" fmla="*/ 810070 w 2463426"/>
              <a:gd name="connsiteY8" fmla="*/ 2052069 h 2052069"/>
              <a:gd name="connsiteX9" fmla="*/ 182614 w 2463426"/>
              <a:gd name="connsiteY9" fmla="*/ 2052069 h 2052069"/>
              <a:gd name="connsiteX10" fmla="*/ 0 w 2463426"/>
              <a:gd name="connsiteY10" fmla="*/ 1869455 h 2052069"/>
              <a:gd name="connsiteX11" fmla="*/ 0 w 2463426"/>
              <a:gd name="connsiteY11" fmla="*/ 182614 h 2052069"/>
              <a:gd name="connsiteX12" fmla="*/ 182614 w 2463426"/>
              <a:gd name="connsiteY12" fmla="*/ 0 h 20520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463426" h="2052069">
                <a:moveTo>
                  <a:pt x="182614" y="0"/>
                </a:moveTo>
                <a:lnTo>
                  <a:pt x="2280812" y="0"/>
                </a:lnTo>
                <a:cubicBezTo>
                  <a:pt x="2381667" y="0"/>
                  <a:pt x="2463426" y="81759"/>
                  <a:pt x="2463426" y="182614"/>
                </a:cubicBezTo>
                <a:lnTo>
                  <a:pt x="2463426" y="1869455"/>
                </a:lnTo>
                <a:cubicBezTo>
                  <a:pt x="2463426" y="1970310"/>
                  <a:pt x="2381667" y="2052069"/>
                  <a:pt x="2280812" y="2052069"/>
                </a:cubicBezTo>
                <a:lnTo>
                  <a:pt x="1653356" y="2052069"/>
                </a:lnTo>
                <a:cubicBezTo>
                  <a:pt x="1653356" y="2035963"/>
                  <a:pt x="1640299" y="2022906"/>
                  <a:pt x="1624193" y="2022906"/>
                </a:cubicBezTo>
                <a:lnTo>
                  <a:pt x="839233" y="2022906"/>
                </a:lnTo>
                <a:cubicBezTo>
                  <a:pt x="823127" y="2022906"/>
                  <a:pt x="810070" y="2035963"/>
                  <a:pt x="810070" y="2052069"/>
                </a:cubicBezTo>
                <a:lnTo>
                  <a:pt x="182614" y="2052069"/>
                </a:lnTo>
                <a:cubicBezTo>
                  <a:pt x="81759" y="2052069"/>
                  <a:pt x="0" y="1970310"/>
                  <a:pt x="0" y="1869455"/>
                </a:cubicBezTo>
                <a:lnTo>
                  <a:pt x="0" y="182614"/>
                </a:lnTo>
                <a:cubicBezTo>
                  <a:pt x="0" y="81759"/>
                  <a:pt x="81759" y="0"/>
                  <a:pt x="182614" y="0"/>
                </a:cubicBezTo>
                <a:close/>
              </a:path>
            </a:pathLst>
          </a:custGeom>
          <a:solidFill>
            <a:schemeClr val="tx1"/>
          </a:solidFill>
        </p:spPr>
        <p:txBody>
          <a:bodyPr wrap="square">
            <a:noAutofit/>
          </a:bodyPr>
          <a:lstStyle/>
          <a:p>
            <a:endParaRPr lang="en-US"/>
          </a:p>
        </p:txBody>
      </p:sp>
      <p:sp>
        <p:nvSpPr>
          <p:cNvPr id="40" name="Picture Placeholder 39">
            <a:extLst>
              <a:ext uri="{FF2B5EF4-FFF2-40B4-BE49-F238E27FC236}">
                <a16:creationId xmlns:a16="http://schemas.microsoft.com/office/drawing/2014/main" id="{8B396C93-33F3-A84C-9C20-9AF3D574F973}"/>
              </a:ext>
            </a:extLst>
          </p:cNvPr>
          <p:cNvSpPr>
            <a:spLocks noGrp="1"/>
          </p:cNvSpPr>
          <p:nvPr>
            <p:ph type="pic" sz="quarter" idx="17"/>
          </p:nvPr>
        </p:nvSpPr>
        <p:spPr>
          <a:xfrm>
            <a:off x="6381428" y="1059121"/>
            <a:ext cx="2463426" cy="2052069"/>
          </a:xfrm>
          <a:custGeom>
            <a:avLst/>
            <a:gdLst>
              <a:gd name="connsiteX0" fmla="*/ 182614 w 2463426"/>
              <a:gd name="connsiteY0" fmla="*/ 0 h 2052069"/>
              <a:gd name="connsiteX1" fmla="*/ 2280812 w 2463426"/>
              <a:gd name="connsiteY1" fmla="*/ 0 h 2052069"/>
              <a:gd name="connsiteX2" fmla="*/ 2463426 w 2463426"/>
              <a:gd name="connsiteY2" fmla="*/ 182614 h 2052069"/>
              <a:gd name="connsiteX3" fmla="*/ 2463426 w 2463426"/>
              <a:gd name="connsiteY3" fmla="*/ 1869455 h 2052069"/>
              <a:gd name="connsiteX4" fmla="*/ 2280812 w 2463426"/>
              <a:gd name="connsiteY4" fmla="*/ 2052069 h 2052069"/>
              <a:gd name="connsiteX5" fmla="*/ 1653355 w 2463426"/>
              <a:gd name="connsiteY5" fmla="*/ 2052069 h 2052069"/>
              <a:gd name="connsiteX6" fmla="*/ 1624192 w 2463426"/>
              <a:gd name="connsiteY6" fmla="*/ 2022906 h 2052069"/>
              <a:gd name="connsiteX7" fmla="*/ 839232 w 2463426"/>
              <a:gd name="connsiteY7" fmla="*/ 2022906 h 2052069"/>
              <a:gd name="connsiteX8" fmla="*/ 810069 w 2463426"/>
              <a:gd name="connsiteY8" fmla="*/ 2052069 h 2052069"/>
              <a:gd name="connsiteX9" fmla="*/ 182614 w 2463426"/>
              <a:gd name="connsiteY9" fmla="*/ 2052069 h 2052069"/>
              <a:gd name="connsiteX10" fmla="*/ 0 w 2463426"/>
              <a:gd name="connsiteY10" fmla="*/ 1869455 h 2052069"/>
              <a:gd name="connsiteX11" fmla="*/ 0 w 2463426"/>
              <a:gd name="connsiteY11" fmla="*/ 182614 h 2052069"/>
              <a:gd name="connsiteX12" fmla="*/ 182614 w 2463426"/>
              <a:gd name="connsiteY12" fmla="*/ 0 h 20520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463426" h="2052069">
                <a:moveTo>
                  <a:pt x="182614" y="0"/>
                </a:moveTo>
                <a:lnTo>
                  <a:pt x="2280812" y="0"/>
                </a:lnTo>
                <a:cubicBezTo>
                  <a:pt x="2381667" y="0"/>
                  <a:pt x="2463426" y="81759"/>
                  <a:pt x="2463426" y="182614"/>
                </a:cubicBezTo>
                <a:lnTo>
                  <a:pt x="2463426" y="1869455"/>
                </a:lnTo>
                <a:cubicBezTo>
                  <a:pt x="2463426" y="1970310"/>
                  <a:pt x="2381667" y="2052069"/>
                  <a:pt x="2280812" y="2052069"/>
                </a:cubicBezTo>
                <a:lnTo>
                  <a:pt x="1653355" y="2052069"/>
                </a:lnTo>
                <a:cubicBezTo>
                  <a:pt x="1653355" y="2035963"/>
                  <a:pt x="1640298" y="2022906"/>
                  <a:pt x="1624192" y="2022906"/>
                </a:cubicBezTo>
                <a:lnTo>
                  <a:pt x="839232" y="2022906"/>
                </a:lnTo>
                <a:cubicBezTo>
                  <a:pt x="823126" y="2022906"/>
                  <a:pt x="810069" y="2035963"/>
                  <a:pt x="810069" y="2052069"/>
                </a:cubicBezTo>
                <a:lnTo>
                  <a:pt x="182614" y="2052069"/>
                </a:lnTo>
                <a:cubicBezTo>
                  <a:pt x="81759" y="2052069"/>
                  <a:pt x="0" y="1970310"/>
                  <a:pt x="0" y="1869455"/>
                </a:cubicBezTo>
                <a:lnTo>
                  <a:pt x="0" y="182614"/>
                </a:lnTo>
                <a:cubicBezTo>
                  <a:pt x="0" y="81759"/>
                  <a:pt x="81759" y="0"/>
                  <a:pt x="182614" y="0"/>
                </a:cubicBezTo>
                <a:close/>
              </a:path>
            </a:pathLst>
          </a:custGeom>
          <a:solidFill>
            <a:schemeClr val="tx1"/>
          </a:solidFill>
        </p:spPr>
        <p:txBody>
          <a:bodyPr wrap="square">
            <a:noAutofit/>
          </a:bodyPr>
          <a:lstStyle/>
          <a:p>
            <a:endParaRPr lang="en-US"/>
          </a:p>
        </p:txBody>
      </p:sp>
      <p:sp>
        <p:nvSpPr>
          <p:cNvPr id="41" name="Picture Placeholder 40">
            <a:extLst>
              <a:ext uri="{FF2B5EF4-FFF2-40B4-BE49-F238E27FC236}">
                <a16:creationId xmlns:a16="http://schemas.microsoft.com/office/drawing/2014/main" id="{DF35B82B-21E8-F822-97E1-9D6F9F9C7863}"/>
              </a:ext>
            </a:extLst>
          </p:cNvPr>
          <p:cNvSpPr>
            <a:spLocks noGrp="1"/>
          </p:cNvSpPr>
          <p:nvPr>
            <p:ph type="pic" sz="quarter" idx="18"/>
          </p:nvPr>
        </p:nvSpPr>
        <p:spPr>
          <a:xfrm>
            <a:off x="8994106" y="1059121"/>
            <a:ext cx="2463426" cy="2052069"/>
          </a:xfrm>
          <a:custGeom>
            <a:avLst/>
            <a:gdLst>
              <a:gd name="connsiteX0" fmla="*/ 182614 w 2463426"/>
              <a:gd name="connsiteY0" fmla="*/ 0 h 2052069"/>
              <a:gd name="connsiteX1" fmla="*/ 2280812 w 2463426"/>
              <a:gd name="connsiteY1" fmla="*/ 0 h 2052069"/>
              <a:gd name="connsiteX2" fmla="*/ 2463426 w 2463426"/>
              <a:gd name="connsiteY2" fmla="*/ 182614 h 2052069"/>
              <a:gd name="connsiteX3" fmla="*/ 2463426 w 2463426"/>
              <a:gd name="connsiteY3" fmla="*/ 1869455 h 2052069"/>
              <a:gd name="connsiteX4" fmla="*/ 2280812 w 2463426"/>
              <a:gd name="connsiteY4" fmla="*/ 2052069 h 2052069"/>
              <a:gd name="connsiteX5" fmla="*/ 1653355 w 2463426"/>
              <a:gd name="connsiteY5" fmla="*/ 2052069 h 2052069"/>
              <a:gd name="connsiteX6" fmla="*/ 1624192 w 2463426"/>
              <a:gd name="connsiteY6" fmla="*/ 2022906 h 2052069"/>
              <a:gd name="connsiteX7" fmla="*/ 839232 w 2463426"/>
              <a:gd name="connsiteY7" fmla="*/ 2022906 h 2052069"/>
              <a:gd name="connsiteX8" fmla="*/ 810069 w 2463426"/>
              <a:gd name="connsiteY8" fmla="*/ 2052069 h 2052069"/>
              <a:gd name="connsiteX9" fmla="*/ 182614 w 2463426"/>
              <a:gd name="connsiteY9" fmla="*/ 2052069 h 2052069"/>
              <a:gd name="connsiteX10" fmla="*/ 0 w 2463426"/>
              <a:gd name="connsiteY10" fmla="*/ 1869455 h 2052069"/>
              <a:gd name="connsiteX11" fmla="*/ 0 w 2463426"/>
              <a:gd name="connsiteY11" fmla="*/ 182614 h 2052069"/>
              <a:gd name="connsiteX12" fmla="*/ 182614 w 2463426"/>
              <a:gd name="connsiteY12" fmla="*/ 0 h 20520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463426" h="2052069">
                <a:moveTo>
                  <a:pt x="182614" y="0"/>
                </a:moveTo>
                <a:lnTo>
                  <a:pt x="2280812" y="0"/>
                </a:lnTo>
                <a:cubicBezTo>
                  <a:pt x="2381667" y="0"/>
                  <a:pt x="2463426" y="81759"/>
                  <a:pt x="2463426" y="182614"/>
                </a:cubicBezTo>
                <a:lnTo>
                  <a:pt x="2463426" y="1869455"/>
                </a:lnTo>
                <a:cubicBezTo>
                  <a:pt x="2463426" y="1970310"/>
                  <a:pt x="2381667" y="2052069"/>
                  <a:pt x="2280812" y="2052069"/>
                </a:cubicBezTo>
                <a:lnTo>
                  <a:pt x="1653355" y="2052069"/>
                </a:lnTo>
                <a:cubicBezTo>
                  <a:pt x="1653355" y="2035963"/>
                  <a:pt x="1640298" y="2022906"/>
                  <a:pt x="1624192" y="2022906"/>
                </a:cubicBezTo>
                <a:lnTo>
                  <a:pt x="839232" y="2022906"/>
                </a:lnTo>
                <a:cubicBezTo>
                  <a:pt x="823126" y="2022906"/>
                  <a:pt x="810069" y="2035963"/>
                  <a:pt x="810069" y="2052069"/>
                </a:cubicBezTo>
                <a:lnTo>
                  <a:pt x="182614" y="2052069"/>
                </a:lnTo>
                <a:cubicBezTo>
                  <a:pt x="81759" y="2052069"/>
                  <a:pt x="0" y="1970310"/>
                  <a:pt x="0" y="1869455"/>
                </a:cubicBezTo>
                <a:lnTo>
                  <a:pt x="0" y="182614"/>
                </a:lnTo>
                <a:cubicBezTo>
                  <a:pt x="0" y="81759"/>
                  <a:pt x="81759" y="0"/>
                  <a:pt x="182614" y="0"/>
                </a:cubicBezTo>
                <a:close/>
              </a:path>
            </a:pathLst>
          </a:custGeom>
          <a:solidFill>
            <a:schemeClr val="tx1"/>
          </a:solidFill>
        </p:spPr>
        <p:txBody>
          <a:bodyPr wrap="square">
            <a:noAutofit/>
          </a:bodyPr>
          <a:lstStyle/>
          <a:p>
            <a:endParaRPr lang="en-US"/>
          </a:p>
        </p:txBody>
      </p:sp>
      <p:sp>
        <p:nvSpPr>
          <p:cNvPr id="17" name="Title 3">
            <a:extLst>
              <a:ext uri="{FF2B5EF4-FFF2-40B4-BE49-F238E27FC236}">
                <a16:creationId xmlns:a16="http://schemas.microsoft.com/office/drawing/2014/main" id="{36D4A3A3-E4CC-9EEE-5852-9D0EC5427E69}"/>
              </a:ext>
            </a:extLst>
          </p:cNvPr>
          <p:cNvSpPr txBox="1">
            <a:spLocks/>
          </p:cNvSpPr>
          <p:nvPr userDrawn="1"/>
        </p:nvSpPr>
        <p:spPr>
          <a:xfrm>
            <a:off x="4578821" y="3082027"/>
            <a:ext cx="843286" cy="58326"/>
          </a:xfrm>
          <a:prstGeom prst="roundRect">
            <a:avLst>
              <a:gd name="adj" fmla="val 313091"/>
            </a:avLst>
          </a:prstGeom>
          <a:solidFill>
            <a:schemeClr val="accent1"/>
          </a:solidFill>
          <a:ln w="9525" cap="flat" cmpd="sng" algn="ctr">
            <a:noFill/>
            <a:prstDash val="solid"/>
            <a:headEnd type="none" w="med" len="med"/>
            <a:tailEnd type="none" w="med" len="med"/>
          </a:ln>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lvl1pPr algn="l" defTabSz="932742" rtl="0" eaLnBrk="1" latinLnBrk="0" hangingPunct="1">
              <a:lnSpc>
                <a:spcPct val="100000"/>
              </a:lnSpc>
              <a:spcBef>
                <a:spcPct val="0"/>
              </a:spcBef>
              <a:buNone/>
              <a:defRPr lang="en-US" sz="3200" b="0" kern="1200" cap="none" spc="-50" baseline="0" dirty="0" smtClean="0">
                <a:ln w="3175">
                  <a:noFill/>
                </a:ln>
                <a:solidFill>
                  <a:schemeClr val="lt1"/>
                </a:solidFill>
                <a:effectLst/>
                <a:latin typeface="+mn-lt"/>
                <a:ea typeface="+mn-ea"/>
                <a:cs typeface="+mn-cs"/>
              </a:defRPr>
            </a:lvl1pPr>
            <a:lvl2pPr>
              <a:defRPr>
                <a:solidFill>
                  <a:schemeClr val="lt1"/>
                </a:solidFill>
                <a:latin typeface="+mn-lt"/>
                <a:ea typeface="+mn-ea"/>
                <a:cs typeface="+mn-cs"/>
              </a:defRPr>
            </a:lvl2pPr>
            <a:lvl3pPr>
              <a:defRPr>
                <a:solidFill>
                  <a:schemeClr val="lt1"/>
                </a:solidFill>
                <a:latin typeface="+mn-lt"/>
                <a:ea typeface="+mn-ea"/>
                <a:cs typeface="+mn-cs"/>
              </a:defRPr>
            </a:lvl3pPr>
            <a:lvl4pPr>
              <a:defRPr>
                <a:solidFill>
                  <a:schemeClr val="lt1"/>
                </a:solidFill>
                <a:latin typeface="+mn-lt"/>
                <a:ea typeface="+mn-ea"/>
                <a:cs typeface="+mn-cs"/>
              </a:defRPr>
            </a:lvl4pPr>
            <a:lvl5pPr>
              <a:defRPr>
                <a:solidFill>
                  <a:schemeClr val="lt1"/>
                </a:solidFill>
                <a:latin typeface="+mn-lt"/>
                <a:ea typeface="+mn-ea"/>
                <a:cs typeface="+mn-cs"/>
              </a:defRPr>
            </a:lvl5pPr>
            <a:lvl6pPr>
              <a:defRPr>
                <a:solidFill>
                  <a:schemeClr val="lt1"/>
                </a:solidFill>
                <a:latin typeface="+mn-lt"/>
                <a:ea typeface="+mn-ea"/>
                <a:cs typeface="+mn-cs"/>
              </a:defRPr>
            </a:lvl6pPr>
            <a:lvl7pPr>
              <a:defRPr>
                <a:solidFill>
                  <a:schemeClr val="lt1"/>
                </a:solidFill>
                <a:latin typeface="+mn-lt"/>
                <a:ea typeface="+mn-ea"/>
                <a:cs typeface="+mn-cs"/>
              </a:defRPr>
            </a:lvl7pPr>
            <a:lvl8pPr>
              <a:defRPr>
                <a:solidFill>
                  <a:schemeClr val="lt1"/>
                </a:solidFill>
                <a:latin typeface="+mn-lt"/>
                <a:ea typeface="+mn-ea"/>
                <a:cs typeface="+mn-cs"/>
              </a:defRPr>
            </a:lvl8pPr>
            <a:lvl9pPr>
              <a:defRPr>
                <a:solidFill>
                  <a:schemeClr val="lt1"/>
                </a:solidFill>
                <a:latin typeface="+mn-lt"/>
                <a:ea typeface="+mn-ea"/>
                <a:cs typeface="+mn-cs"/>
              </a:defRPr>
            </a:lvl9pPr>
          </a:lstStyle>
          <a:p>
            <a:pPr algn="ctr" defTabSz="914367" fontAlgn="base">
              <a:spcAft>
                <a:spcPts val="1200"/>
              </a:spcAft>
            </a:pPr>
            <a:endParaRPr lang="en-US" sz="2400">
              <a:solidFill>
                <a:schemeClr val="tx1"/>
              </a:solidFill>
              <a:latin typeface="+mj-lt"/>
            </a:endParaRPr>
          </a:p>
        </p:txBody>
      </p:sp>
      <p:sp>
        <p:nvSpPr>
          <p:cNvPr id="18" name="Title 3">
            <a:extLst>
              <a:ext uri="{FF2B5EF4-FFF2-40B4-BE49-F238E27FC236}">
                <a16:creationId xmlns:a16="http://schemas.microsoft.com/office/drawing/2014/main" id="{35E95D88-BE15-D1B5-3587-4D1C0BE8698A}"/>
              </a:ext>
            </a:extLst>
          </p:cNvPr>
          <p:cNvSpPr txBox="1">
            <a:spLocks/>
          </p:cNvSpPr>
          <p:nvPr userDrawn="1"/>
        </p:nvSpPr>
        <p:spPr>
          <a:xfrm>
            <a:off x="7191497" y="3082027"/>
            <a:ext cx="843286" cy="58326"/>
          </a:xfrm>
          <a:prstGeom prst="roundRect">
            <a:avLst>
              <a:gd name="adj" fmla="val 313091"/>
            </a:avLst>
          </a:prstGeom>
          <a:solidFill>
            <a:schemeClr val="accent1"/>
          </a:solidFill>
          <a:ln w="9525" cap="flat" cmpd="sng" algn="ctr">
            <a:noFill/>
            <a:prstDash val="solid"/>
            <a:headEnd type="none" w="med" len="med"/>
            <a:tailEnd type="none" w="med" len="med"/>
          </a:ln>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lvl1pPr algn="l" defTabSz="932742" rtl="0" eaLnBrk="1" latinLnBrk="0" hangingPunct="1">
              <a:lnSpc>
                <a:spcPct val="100000"/>
              </a:lnSpc>
              <a:spcBef>
                <a:spcPct val="0"/>
              </a:spcBef>
              <a:buNone/>
              <a:defRPr lang="en-US" sz="3200" b="0" kern="1200" cap="none" spc="-50" baseline="0" dirty="0" smtClean="0">
                <a:ln w="3175">
                  <a:noFill/>
                </a:ln>
                <a:solidFill>
                  <a:schemeClr val="lt1"/>
                </a:solidFill>
                <a:effectLst/>
                <a:latin typeface="+mn-lt"/>
                <a:ea typeface="+mn-ea"/>
                <a:cs typeface="+mn-cs"/>
              </a:defRPr>
            </a:lvl1pPr>
            <a:lvl2pPr>
              <a:defRPr>
                <a:solidFill>
                  <a:schemeClr val="lt1"/>
                </a:solidFill>
                <a:latin typeface="+mn-lt"/>
                <a:ea typeface="+mn-ea"/>
                <a:cs typeface="+mn-cs"/>
              </a:defRPr>
            </a:lvl2pPr>
            <a:lvl3pPr>
              <a:defRPr>
                <a:solidFill>
                  <a:schemeClr val="lt1"/>
                </a:solidFill>
                <a:latin typeface="+mn-lt"/>
                <a:ea typeface="+mn-ea"/>
                <a:cs typeface="+mn-cs"/>
              </a:defRPr>
            </a:lvl3pPr>
            <a:lvl4pPr>
              <a:defRPr>
                <a:solidFill>
                  <a:schemeClr val="lt1"/>
                </a:solidFill>
                <a:latin typeface="+mn-lt"/>
                <a:ea typeface="+mn-ea"/>
                <a:cs typeface="+mn-cs"/>
              </a:defRPr>
            </a:lvl4pPr>
            <a:lvl5pPr>
              <a:defRPr>
                <a:solidFill>
                  <a:schemeClr val="lt1"/>
                </a:solidFill>
                <a:latin typeface="+mn-lt"/>
                <a:ea typeface="+mn-ea"/>
                <a:cs typeface="+mn-cs"/>
              </a:defRPr>
            </a:lvl5pPr>
            <a:lvl6pPr>
              <a:defRPr>
                <a:solidFill>
                  <a:schemeClr val="lt1"/>
                </a:solidFill>
                <a:latin typeface="+mn-lt"/>
                <a:ea typeface="+mn-ea"/>
                <a:cs typeface="+mn-cs"/>
              </a:defRPr>
            </a:lvl6pPr>
            <a:lvl7pPr>
              <a:defRPr>
                <a:solidFill>
                  <a:schemeClr val="lt1"/>
                </a:solidFill>
                <a:latin typeface="+mn-lt"/>
                <a:ea typeface="+mn-ea"/>
                <a:cs typeface="+mn-cs"/>
              </a:defRPr>
            </a:lvl7pPr>
            <a:lvl8pPr>
              <a:defRPr>
                <a:solidFill>
                  <a:schemeClr val="lt1"/>
                </a:solidFill>
                <a:latin typeface="+mn-lt"/>
                <a:ea typeface="+mn-ea"/>
                <a:cs typeface="+mn-cs"/>
              </a:defRPr>
            </a:lvl8pPr>
            <a:lvl9pPr>
              <a:defRPr>
                <a:solidFill>
                  <a:schemeClr val="lt1"/>
                </a:solidFill>
                <a:latin typeface="+mn-lt"/>
                <a:ea typeface="+mn-ea"/>
                <a:cs typeface="+mn-cs"/>
              </a:defRPr>
            </a:lvl9pPr>
          </a:lstStyle>
          <a:p>
            <a:pPr algn="ctr" defTabSz="914367" fontAlgn="base">
              <a:spcAft>
                <a:spcPts val="1200"/>
              </a:spcAft>
            </a:pPr>
            <a:endParaRPr lang="en-US" sz="2400">
              <a:solidFill>
                <a:schemeClr val="tx1"/>
              </a:solidFill>
              <a:latin typeface="+mj-lt"/>
            </a:endParaRPr>
          </a:p>
        </p:txBody>
      </p:sp>
      <p:sp>
        <p:nvSpPr>
          <p:cNvPr id="19" name="Title 3">
            <a:extLst>
              <a:ext uri="{FF2B5EF4-FFF2-40B4-BE49-F238E27FC236}">
                <a16:creationId xmlns:a16="http://schemas.microsoft.com/office/drawing/2014/main" id="{1E9ED040-91EC-F2A0-4756-0C60255EB35D}"/>
              </a:ext>
            </a:extLst>
          </p:cNvPr>
          <p:cNvSpPr txBox="1">
            <a:spLocks/>
          </p:cNvSpPr>
          <p:nvPr userDrawn="1"/>
        </p:nvSpPr>
        <p:spPr>
          <a:xfrm>
            <a:off x="9804175" y="3082027"/>
            <a:ext cx="843286" cy="58326"/>
          </a:xfrm>
          <a:prstGeom prst="roundRect">
            <a:avLst>
              <a:gd name="adj" fmla="val 313091"/>
            </a:avLst>
          </a:prstGeom>
          <a:solidFill>
            <a:schemeClr val="accent1"/>
          </a:solidFill>
          <a:ln w="9525" cap="flat" cmpd="sng" algn="ctr">
            <a:noFill/>
            <a:prstDash val="solid"/>
            <a:headEnd type="none" w="med" len="med"/>
            <a:tailEnd type="none" w="med" len="med"/>
          </a:ln>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lvl1pPr algn="l" defTabSz="932742" rtl="0" eaLnBrk="1" latinLnBrk="0" hangingPunct="1">
              <a:lnSpc>
                <a:spcPct val="100000"/>
              </a:lnSpc>
              <a:spcBef>
                <a:spcPct val="0"/>
              </a:spcBef>
              <a:buNone/>
              <a:defRPr lang="en-US" sz="3200" b="0" kern="1200" cap="none" spc="-50" baseline="0" dirty="0" smtClean="0">
                <a:ln w="3175">
                  <a:noFill/>
                </a:ln>
                <a:solidFill>
                  <a:schemeClr val="lt1"/>
                </a:solidFill>
                <a:effectLst/>
                <a:latin typeface="+mn-lt"/>
                <a:ea typeface="+mn-ea"/>
                <a:cs typeface="+mn-cs"/>
              </a:defRPr>
            </a:lvl1pPr>
            <a:lvl2pPr>
              <a:defRPr>
                <a:solidFill>
                  <a:schemeClr val="lt1"/>
                </a:solidFill>
                <a:latin typeface="+mn-lt"/>
                <a:ea typeface="+mn-ea"/>
                <a:cs typeface="+mn-cs"/>
              </a:defRPr>
            </a:lvl2pPr>
            <a:lvl3pPr>
              <a:defRPr>
                <a:solidFill>
                  <a:schemeClr val="lt1"/>
                </a:solidFill>
                <a:latin typeface="+mn-lt"/>
                <a:ea typeface="+mn-ea"/>
                <a:cs typeface="+mn-cs"/>
              </a:defRPr>
            </a:lvl3pPr>
            <a:lvl4pPr>
              <a:defRPr>
                <a:solidFill>
                  <a:schemeClr val="lt1"/>
                </a:solidFill>
                <a:latin typeface="+mn-lt"/>
                <a:ea typeface="+mn-ea"/>
                <a:cs typeface="+mn-cs"/>
              </a:defRPr>
            </a:lvl4pPr>
            <a:lvl5pPr>
              <a:defRPr>
                <a:solidFill>
                  <a:schemeClr val="lt1"/>
                </a:solidFill>
                <a:latin typeface="+mn-lt"/>
                <a:ea typeface="+mn-ea"/>
                <a:cs typeface="+mn-cs"/>
              </a:defRPr>
            </a:lvl5pPr>
            <a:lvl6pPr>
              <a:defRPr>
                <a:solidFill>
                  <a:schemeClr val="lt1"/>
                </a:solidFill>
                <a:latin typeface="+mn-lt"/>
                <a:ea typeface="+mn-ea"/>
                <a:cs typeface="+mn-cs"/>
              </a:defRPr>
            </a:lvl6pPr>
            <a:lvl7pPr>
              <a:defRPr>
                <a:solidFill>
                  <a:schemeClr val="lt1"/>
                </a:solidFill>
                <a:latin typeface="+mn-lt"/>
                <a:ea typeface="+mn-ea"/>
                <a:cs typeface="+mn-cs"/>
              </a:defRPr>
            </a:lvl7pPr>
            <a:lvl8pPr>
              <a:defRPr>
                <a:solidFill>
                  <a:schemeClr val="lt1"/>
                </a:solidFill>
                <a:latin typeface="+mn-lt"/>
                <a:ea typeface="+mn-ea"/>
                <a:cs typeface="+mn-cs"/>
              </a:defRPr>
            </a:lvl8pPr>
            <a:lvl9pPr>
              <a:defRPr>
                <a:solidFill>
                  <a:schemeClr val="lt1"/>
                </a:solidFill>
                <a:latin typeface="+mn-lt"/>
                <a:ea typeface="+mn-ea"/>
                <a:cs typeface="+mn-cs"/>
              </a:defRPr>
            </a:lvl9pPr>
          </a:lstStyle>
          <a:p>
            <a:pPr algn="ctr" defTabSz="914367" fontAlgn="base">
              <a:spcAft>
                <a:spcPts val="1200"/>
              </a:spcAft>
            </a:pPr>
            <a:endParaRPr lang="en-US" sz="2400">
              <a:solidFill>
                <a:schemeClr val="tx1"/>
              </a:solidFill>
              <a:latin typeface="+mj-lt"/>
            </a:endParaRPr>
          </a:p>
        </p:txBody>
      </p:sp>
    </p:spTree>
    <p:extLst>
      <p:ext uri="{BB962C8B-B14F-4D97-AF65-F5344CB8AC3E}">
        <p14:creationId xmlns:p14="http://schemas.microsoft.com/office/powerpoint/2010/main" val="2374116654"/>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ent w/image">
    <p:spTree>
      <p:nvGrpSpPr>
        <p:cNvPr id="1" name=""/>
        <p:cNvGrpSpPr/>
        <p:nvPr/>
      </p:nvGrpSpPr>
      <p:grpSpPr>
        <a:xfrm>
          <a:off x="0" y="0"/>
          <a:ext cx="0" cy="0"/>
          <a:chOff x="0" y="0"/>
          <a:chExt cx="0" cy="0"/>
        </a:xfrm>
      </p:grpSpPr>
      <p:sp>
        <p:nvSpPr>
          <p:cNvPr id="55" name="Picture Placeholder 54">
            <a:extLst>
              <a:ext uri="{FF2B5EF4-FFF2-40B4-BE49-F238E27FC236}">
                <a16:creationId xmlns:a16="http://schemas.microsoft.com/office/drawing/2014/main" id="{6C081ABA-A597-9549-34F5-4F80C3640D42}"/>
              </a:ext>
            </a:extLst>
          </p:cNvPr>
          <p:cNvSpPr>
            <a:spLocks noGrp="1"/>
          </p:cNvSpPr>
          <p:nvPr>
            <p:ph type="pic" sz="quarter" idx="18"/>
          </p:nvPr>
        </p:nvSpPr>
        <p:spPr>
          <a:xfrm>
            <a:off x="588963" y="1457138"/>
            <a:ext cx="2651442" cy="2052069"/>
          </a:xfrm>
          <a:custGeom>
            <a:avLst/>
            <a:gdLst>
              <a:gd name="connsiteX0" fmla="*/ 182614 w 2651442"/>
              <a:gd name="connsiteY0" fmla="*/ 0 h 2052069"/>
              <a:gd name="connsiteX1" fmla="*/ 2468828 w 2651442"/>
              <a:gd name="connsiteY1" fmla="*/ 0 h 2052069"/>
              <a:gd name="connsiteX2" fmla="*/ 2651442 w 2651442"/>
              <a:gd name="connsiteY2" fmla="*/ 182614 h 2052069"/>
              <a:gd name="connsiteX3" fmla="*/ 2651442 w 2651442"/>
              <a:gd name="connsiteY3" fmla="*/ 1869455 h 2052069"/>
              <a:gd name="connsiteX4" fmla="*/ 2468828 w 2651442"/>
              <a:gd name="connsiteY4" fmla="*/ 2052069 h 2052069"/>
              <a:gd name="connsiteX5" fmla="*/ 1747364 w 2651442"/>
              <a:gd name="connsiteY5" fmla="*/ 2052069 h 2052069"/>
              <a:gd name="connsiteX6" fmla="*/ 1718201 w 2651442"/>
              <a:gd name="connsiteY6" fmla="*/ 2022906 h 2052069"/>
              <a:gd name="connsiteX7" fmla="*/ 933241 w 2651442"/>
              <a:gd name="connsiteY7" fmla="*/ 2022906 h 2052069"/>
              <a:gd name="connsiteX8" fmla="*/ 904078 w 2651442"/>
              <a:gd name="connsiteY8" fmla="*/ 2052069 h 2052069"/>
              <a:gd name="connsiteX9" fmla="*/ 182614 w 2651442"/>
              <a:gd name="connsiteY9" fmla="*/ 2052069 h 2052069"/>
              <a:gd name="connsiteX10" fmla="*/ 0 w 2651442"/>
              <a:gd name="connsiteY10" fmla="*/ 1869455 h 2052069"/>
              <a:gd name="connsiteX11" fmla="*/ 0 w 2651442"/>
              <a:gd name="connsiteY11" fmla="*/ 182614 h 2052069"/>
              <a:gd name="connsiteX12" fmla="*/ 182614 w 2651442"/>
              <a:gd name="connsiteY12" fmla="*/ 0 h 20520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651442" h="2052069">
                <a:moveTo>
                  <a:pt x="182614" y="0"/>
                </a:moveTo>
                <a:lnTo>
                  <a:pt x="2468828" y="0"/>
                </a:lnTo>
                <a:cubicBezTo>
                  <a:pt x="2569683" y="0"/>
                  <a:pt x="2651442" y="81759"/>
                  <a:pt x="2651442" y="182614"/>
                </a:cubicBezTo>
                <a:lnTo>
                  <a:pt x="2651442" y="1869455"/>
                </a:lnTo>
                <a:cubicBezTo>
                  <a:pt x="2651442" y="1970310"/>
                  <a:pt x="2569683" y="2052069"/>
                  <a:pt x="2468828" y="2052069"/>
                </a:cubicBezTo>
                <a:lnTo>
                  <a:pt x="1747364" y="2052069"/>
                </a:lnTo>
                <a:cubicBezTo>
                  <a:pt x="1747364" y="2035963"/>
                  <a:pt x="1734307" y="2022906"/>
                  <a:pt x="1718201" y="2022906"/>
                </a:cubicBezTo>
                <a:lnTo>
                  <a:pt x="933241" y="2022906"/>
                </a:lnTo>
                <a:cubicBezTo>
                  <a:pt x="917135" y="2022906"/>
                  <a:pt x="904078" y="2035963"/>
                  <a:pt x="904078" y="2052069"/>
                </a:cubicBezTo>
                <a:lnTo>
                  <a:pt x="182614" y="2052069"/>
                </a:lnTo>
                <a:cubicBezTo>
                  <a:pt x="81759" y="2052069"/>
                  <a:pt x="0" y="1970310"/>
                  <a:pt x="0" y="1869455"/>
                </a:cubicBezTo>
                <a:lnTo>
                  <a:pt x="0" y="182614"/>
                </a:lnTo>
                <a:cubicBezTo>
                  <a:pt x="0" y="81759"/>
                  <a:pt x="81759" y="0"/>
                  <a:pt x="182614" y="0"/>
                </a:cubicBezTo>
                <a:close/>
              </a:path>
            </a:pathLst>
          </a:custGeom>
          <a:solidFill>
            <a:schemeClr val="tx1"/>
          </a:solidFill>
        </p:spPr>
        <p:txBody>
          <a:bodyPr wrap="square">
            <a:noAutofit/>
          </a:bodyPr>
          <a:lstStyle/>
          <a:p>
            <a:endParaRPr lang="en-US"/>
          </a:p>
        </p:txBody>
      </p:sp>
      <p:pic>
        <p:nvPicPr>
          <p:cNvPr id="36" name="Picture 35" descr="A silver shield with text and stars&#10;&#10;AI-generated content may be incorrect.">
            <a:extLst>
              <a:ext uri="{FF2B5EF4-FFF2-40B4-BE49-F238E27FC236}">
                <a16:creationId xmlns:a16="http://schemas.microsoft.com/office/drawing/2014/main" id="{74FF1801-287D-2733-9928-4E90A7D39335}"/>
              </a:ext>
            </a:extLst>
          </p:cNvPr>
          <p:cNvPicPr>
            <a:picLocks noChangeAspect="1"/>
          </p:cNvPicPr>
          <p:nvPr userDrawn="1"/>
        </p:nvPicPr>
        <p:blipFill>
          <a:blip r:embed="rId2">
            <a:alphaModFix/>
          </a:blip>
          <a:srcRect l="3844" t="2514" r="4223" b="5918"/>
          <a:stretch>
            <a:fillRect/>
          </a:stretch>
        </p:blipFill>
        <p:spPr>
          <a:xfrm>
            <a:off x="11385550" y="288925"/>
            <a:ext cx="512761" cy="510720"/>
          </a:xfrm>
          <a:prstGeom prst="rect">
            <a:avLst/>
          </a:prstGeom>
          <a:effectLst/>
        </p:spPr>
      </p:pic>
      <p:cxnSp>
        <p:nvCxnSpPr>
          <p:cNvPr id="11" name="Straight Connector 10">
            <a:extLst>
              <a:ext uri="{FF2B5EF4-FFF2-40B4-BE49-F238E27FC236}">
                <a16:creationId xmlns:a16="http://schemas.microsoft.com/office/drawing/2014/main" id="{028AB74D-4A1E-30CF-6252-AA0A6D599481}"/>
              </a:ext>
            </a:extLst>
          </p:cNvPr>
          <p:cNvCxnSpPr/>
          <p:nvPr userDrawn="1"/>
        </p:nvCxnSpPr>
        <p:spPr>
          <a:xfrm>
            <a:off x="6097428" y="3703906"/>
            <a:ext cx="0" cy="2496312"/>
          </a:xfrm>
          <a:prstGeom prst="line">
            <a:avLst/>
          </a:prstGeom>
          <a:ln w="635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F7A8FC3A-8535-819D-6A2A-005CD7B82DB8}"/>
              </a:ext>
            </a:extLst>
          </p:cNvPr>
          <p:cNvCxnSpPr/>
          <p:nvPr userDrawn="1"/>
        </p:nvCxnSpPr>
        <p:spPr>
          <a:xfrm>
            <a:off x="8886030" y="3703906"/>
            <a:ext cx="0" cy="2496312"/>
          </a:xfrm>
          <a:prstGeom prst="line">
            <a:avLst/>
          </a:prstGeom>
          <a:ln w="635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sp>
        <p:nvSpPr>
          <p:cNvPr id="13" name="Title 3">
            <a:extLst>
              <a:ext uri="{FF2B5EF4-FFF2-40B4-BE49-F238E27FC236}">
                <a16:creationId xmlns:a16="http://schemas.microsoft.com/office/drawing/2014/main" id="{0395D3DA-E0C0-1D0F-378E-219FE7BE6171}"/>
              </a:ext>
            </a:extLst>
          </p:cNvPr>
          <p:cNvSpPr txBox="1">
            <a:spLocks/>
          </p:cNvSpPr>
          <p:nvPr userDrawn="1"/>
        </p:nvSpPr>
        <p:spPr>
          <a:xfrm>
            <a:off x="4281484" y="3480044"/>
            <a:ext cx="843286" cy="58326"/>
          </a:xfrm>
          <a:prstGeom prst="roundRect">
            <a:avLst>
              <a:gd name="adj" fmla="val 313091"/>
            </a:avLst>
          </a:prstGeom>
          <a:solidFill>
            <a:schemeClr val="accent1"/>
          </a:solidFill>
          <a:ln w="9525" cap="flat" cmpd="sng" algn="ctr">
            <a:noFill/>
            <a:prstDash val="solid"/>
            <a:headEnd type="none" w="med" len="med"/>
            <a:tailEnd type="none" w="med" len="med"/>
          </a:ln>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lvl1pPr algn="l" defTabSz="932742" rtl="0" eaLnBrk="1" latinLnBrk="0" hangingPunct="1">
              <a:lnSpc>
                <a:spcPct val="100000"/>
              </a:lnSpc>
              <a:spcBef>
                <a:spcPct val="0"/>
              </a:spcBef>
              <a:buNone/>
              <a:defRPr lang="en-US" sz="3200" b="0" kern="1200" cap="none" spc="-50" baseline="0" dirty="0" smtClean="0">
                <a:ln w="3175">
                  <a:noFill/>
                </a:ln>
                <a:solidFill>
                  <a:schemeClr val="lt1"/>
                </a:solidFill>
                <a:effectLst/>
                <a:latin typeface="+mn-lt"/>
                <a:ea typeface="+mn-ea"/>
                <a:cs typeface="+mn-cs"/>
              </a:defRPr>
            </a:lvl1pPr>
            <a:lvl2pPr>
              <a:defRPr>
                <a:solidFill>
                  <a:schemeClr val="lt1"/>
                </a:solidFill>
                <a:latin typeface="+mn-lt"/>
                <a:ea typeface="+mn-ea"/>
                <a:cs typeface="+mn-cs"/>
              </a:defRPr>
            </a:lvl2pPr>
            <a:lvl3pPr>
              <a:defRPr>
                <a:solidFill>
                  <a:schemeClr val="lt1"/>
                </a:solidFill>
                <a:latin typeface="+mn-lt"/>
                <a:ea typeface="+mn-ea"/>
                <a:cs typeface="+mn-cs"/>
              </a:defRPr>
            </a:lvl3pPr>
            <a:lvl4pPr>
              <a:defRPr>
                <a:solidFill>
                  <a:schemeClr val="lt1"/>
                </a:solidFill>
                <a:latin typeface="+mn-lt"/>
                <a:ea typeface="+mn-ea"/>
                <a:cs typeface="+mn-cs"/>
              </a:defRPr>
            </a:lvl4pPr>
            <a:lvl5pPr>
              <a:defRPr>
                <a:solidFill>
                  <a:schemeClr val="lt1"/>
                </a:solidFill>
                <a:latin typeface="+mn-lt"/>
                <a:ea typeface="+mn-ea"/>
                <a:cs typeface="+mn-cs"/>
              </a:defRPr>
            </a:lvl5pPr>
            <a:lvl6pPr>
              <a:defRPr>
                <a:solidFill>
                  <a:schemeClr val="lt1"/>
                </a:solidFill>
                <a:latin typeface="+mn-lt"/>
                <a:ea typeface="+mn-ea"/>
                <a:cs typeface="+mn-cs"/>
              </a:defRPr>
            </a:lvl6pPr>
            <a:lvl7pPr>
              <a:defRPr>
                <a:solidFill>
                  <a:schemeClr val="lt1"/>
                </a:solidFill>
                <a:latin typeface="+mn-lt"/>
                <a:ea typeface="+mn-ea"/>
                <a:cs typeface="+mn-cs"/>
              </a:defRPr>
            </a:lvl7pPr>
            <a:lvl8pPr>
              <a:defRPr>
                <a:solidFill>
                  <a:schemeClr val="lt1"/>
                </a:solidFill>
                <a:latin typeface="+mn-lt"/>
                <a:ea typeface="+mn-ea"/>
                <a:cs typeface="+mn-cs"/>
              </a:defRPr>
            </a:lvl8pPr>
            <a:lvl9pPr>
              <a:defRPr>
                <a:solidFill>
                  <a:schemeClr val="lt1"/>
                </a:solidFill>
                <a:latin typeface="+mn-lt"/>
                <a:ea typeface="+mn-ea"/>
                <a:cs typeface="+mn-cs"/>
              </a:defRPr>
            </a:lvl9pPr>
          </a:lstStyle>
          <a:p>
            <a:pPr algn="ctr" defTabSz="914367" fontAlgn="base">
              <a:spcAft>
                <a:spcPts val="1200"/>
              </a:spcAft>
            </a:pPr>
            <a:endParaRPr lang="en-US" sz="2400">
              <a:solidFill>
                <a:schemeClr val="tx1"/>
              </a:solidFill>
              <a:latin typeface="+mj-lt"/>
            </a:endParaRPr>
          </a:p>
        </p:txBody>
      </p:sp>
      <p:sp>
        <p:nvSpPr>
          <p:cNvPr id="14" name="Title 3">
            <a:extLst>
              <a:ext uri="{FF2B5EF4-FFF2-40B4-BE49-F238E27FC236}">
                <a16:creationId xmlns:a16="http://schemas.microsoft.com/office/drawing/2014/main" id="{DC774EE1-0811-3DE7-3075-F46CF3CEB48B}"/>
              </a:ext>
            </a:extLst>
          </p:cNvPr>
          <p:cNvSpPr txBox="1">
            <a:spLocks/>
          </p:cNvSpPr>
          <p:nvPr userDrawn="1"/>
        </p:nvSpPr>
        <p:spPr>
          <a:xfrm>
            <a:off x="7070086" y="3480044"/>
            <a:ext cx="843286" cy="58326"/>
          </a:xfrm>
          <a:prstGeom prst="roundRect">
            <a:avLst>
              <a:gd name="adj" fmla="val 313091"/>
            </a:avLst>
          </a:prstGeom>
          <a:solidFill>
            <a:schemeClr val="accent1"/>
          </a:solidFill>
          <a:ln w="9525" cap="flat" cmpd="sng" algn="ctr">
            <a:noFill/>
            <a:prstDash val="solid"/>
            <a:headEnd type="none" w="med" len="med"/>
            <a:tailEnd type="none" w="med" len="med"/>
          </a:ln>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lvl1pPr algn="l" defTabSz="932742" rtl="0" eaLnBrk="1" latinLnBrk="0" hangingPunct="1">
              <a:lnSpc>
                <a:spcPct val="100000"/>
              </a:lnSpc>
              <a:spcBef>
                <a:spcPct val="0"/>
              </a:spcBef>
              <a:buNone/>
              <a:defRPr lang="en-US" sz="3200" b="0" kern="1200" cap="none" spc="-50" baseline="0" dirty="0" smtClean="0">
                <a:ln w="3175">
                  <a:noFill/>
                </a:ln>
                <a:solidFill>
                  <a:schemeClr val="lt1"/>
                </a:solidFill>
                <a:effectLst/>
                <a:latin typeface="+mn-lt"/>
                <a:ea typeface="+mn-ea"/>
                <a:cs typeface="+mn-cs"/>
              </a:defRPr>
            </a:lvl1pPr>
            <a:lvl2pPr>
              <a:defRPr>
                <a:solidFill>
                  <a:schemeClr val="lt1"/>
                </a:solidFill>
                <a:latin typeface="+mn-lt"/>
                <a:ea typeface="+mn-ea"/>
                <a:cs typeface="+mn-cs"/>
              </a:defRPr>
            </a:lvl2pPr>
            <a:lvl3pPr>
              <a:defRPr>
                <a:solidFill>
                  <a:schemeClr val="lt1"/>
                </a:solidFill>
                <a:latin typeface="+mn-lt"/>
                <a:ea typeface="+mn-ea"/>
                <a:cs typeface="+mn-cs"/>
              </a:defRPr>
            </a:lvl3pPr>
            <a:lvl4pPr>
              <a:defRPr>
                <a:solidFill>
                  <a:schemeClr val="lt1"/>
                </a:solidFill>
                <a:latin typeface="+mn-lt"/>
                <a:ea typeface="+mn-ea"/>
                <a:cs typeface="+mn-cs"/>
              </a:defRPr>
            </a:lvl4pPr>
            <a:lvl5pPr>
              <a:defRPr>
                <a:solidFill>
                  <a:schemeClr val="lt1"/>
                </a:solidFill>
                <a:latin typeface="+mn-lt"/>
                <a:ea typeface="+mn-ea"/>
                <a:cs typeface="+mn-cs"/>
              </a:defRPr>
            </a:lvl5pPr>
            <a:lvl6pPr>
              <a:defRPr>
                <a:solidFill>
                  <a:schemeClr val="lt1"/>
                </a:solidFill>
                <a:latin typeface="+mn-lt"/>
                <a:ea typeface="+mn-ea"/>
                <a:cs typeface="+mn-cs"/>
              </a:defRPr>
            </a:lvl6pPr>
            <a:lvl7pPr>
              <a:defRPr>
                <a:solidFill>
                  <a:schemeClr val="lt1"/>
                </a:solidFill>
                <a:latin typeface="+mn-lt"/>
                <a:ea typeface="+mn-ea"/>
                <a:cs typeface="+mn-cs"/>
              </a:defRPr>
            </a:lvl7pPr>
            <a:lvl8pPr>
              <a:defRPr>
                <a:solidFill>
                  <a:schemeClr val="lt1"/>
                </a:solidFill>
                <a:latin typeface="+mn-lt"/>
                <a:ea typeface="+mn-ea"/>
                <a:cs typeface="+mn-cs"/>
              </a:defRPr>
            </a:lvl8pPr>
            <a:lvl9pPr>
              <a:defRPr>
                <a:solidFill>
                  <a:schemeClr val="lt1"/>
                </a:solidFill>
                <a:latin typeface="+mn-lt"/>
                <a:ea typeface="+mn-ea"/>
                <a:cs typeface="+mn-cs"/>
              </a:defRPr>
            </a:lvl9pPr>
          </a:lstStyle>
          <a:p>
            <a:pPr algn="ctr" defTabSz="914367" fontAlgn="base">
              <a:spcAft>
                <a:spcPts val="1200"/>
              </a:spcAft>
            </a:pPr>
            <a:endParaRPr lang="en-US" sz="2400">
              <a:solidFill>
                <a:schemeClr val="tx1"/>
              </a:solidFill>
              <a:latin typeface="+mj-lt"/>
            </a:endParaRPr>
          </a:p>
        </p:txBody>
      </p:sp>
      <p:sp>
        <p:nvSpPr>
          <p:cNvPr id="20" name="Title 3">
            <a:extLst>
              <a:ext uri="{FF2B5EF4-FFF2-40B4-BE49-F238E27FC236}">
                <a16:creationId xmlns:a16="http://schemas.microsoft.com/office/drawing/2014/main" id="{10A1A648-845E-8F85-C44E-905D4AAB1C92}"/>
              </a:ext>
            </a:extLst>
          </p:cNvPr>
          <p:cNvSpPr txBox="1">
            <a:spLocks/>
          </p:cNvSpPr>
          <p:nvPr userDrawn="1"/>
        </p:nvSpPr>
        <p:spPr>
          <a:xfrm>
            <a:off x="9858689" y="3480044"/>
            <a:ext cx="843286" cy="58326"/>
          </a:xfrm>
          <a:prstGeom prst="roundRect">
            <a:avLst>
              <a:gd name="adj" fmla="val 313091"/>
            </a:avLst>
          </a:prstGeom>
          <a:solidFill>
            <a:schemeClr val="accent1"/>
          </a:solidFill>
          <a:ln w="9525" cap="flat" cmpd="sng" algn="ctr">
            <a:noFill/>
            <a:prstDash val="solid"/>
            <a:headEnd type="none" w="med" len="med"/>
            <a:tailEnd type="none" w="med" len="med"/>
          </a:ln>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lvl1pPr algn="l" defTabSz="932742" rtl="0" eaLnBrk="1" latinLnBrk="0" hangingPunct="1">
              <a:lnSpc>
                <a:spcPct val="100000"/>
              </a:lnSpc>
              <a:spcBef>
                <a:spcPct val="0"/>
              </a:spcBef>
              <a:buNone/>
              <a:defRPr lang="en-US" sz="3200" b="0" kern="1200" cap="none" spc="-50" baseline="0" dirty="0" smtClean="0">
                <a:ln w="3175">
                  <a:noFill/>
                </a:ln>
                <a:solidFill>
                  <a:schemeClr val="lt1"/>
                </a:solidFill>
                <a:effectLst/>
                <a:latin typeface="+mn-lt"/>
                <a:ea typeface="+mn-ea"/>
                <a:cs typeface="+mn-cs"/>
              </a:defRPr>
            </a:lvl1pPr>
            <a:lvl2pPr>
              <a:defRPr>
                <a:solidFill>
                  <a:schemeClr val="lt1"/>
                </a:solidFill>
                <a:latin typeface="+mn-lt"/>
                <a:ea typeface="+mn-ea"/>
                <a:cs typeface="+mn-cs"/>
              </a:defRPr>
            </a:lvl2pPr>
            <a:lvl3pPr>
              <a:defRPr>
                <a:solidFill>
                  <a:schemeClr val="lt1"/>
                </a:solidFill>
                <a:latin typeface="+mn-lt"/>
                <a:ea typeface="+mn-ea"/>
                <a:cs typeface="+mn-cs"/>
              </a:defRPr>
            </a:lvl3pPr>
            <a:lvl4pPr>
              <a:defRPr>
                <a:solidFill>
                  <a:schemeClr val="lt1"/>
                </a:solidFill>
                <a:latin typeface="+mn-lt"/>
                <a:ea typeface="+mn-ea"/>
                <a:cs typeface="+mn-cs"/>
              </a:defRPr>
            </a:lvl4pPr>
            <a:lvl5pPr>
              <a:defRPr>
                <a:solidFill>
                  <a:schemeClr val="lt1"/>
                </a:solidFill>
                <a:latin typeface="+mn-lt"/>
                <a:ea typeface="+mn-ea"/>
                <a:cs typeface="+mn-cs"/>
              </a:defRPr>
            </a:lvl5pPr>
            <a:lvl6pPr>
              <a:defRPr>
                <a:solidFill>
                  <a:schemeClr val="lt1"/>
                </a:solidFill>
                <a:latin typeface="+mn-lt"/>
                <a:ea typeface="+mn-ea"/>
                <a:cs typeface="+mn-cs"/>
              </a:defRPr>
            </a:lvl6pPr>
            <a:lvl7pPr>
              <a:defRPr>
                <a:solidFill>
                  <a:schemeClr val="lt1"/>
                </a:solidFill>
                <a:latin typeface="+mn-lt"/>
                <a:ea typeface="+mn-ea"/>
                <a:cs typeface="+mn-cs"/>
              </a:defRPr>
            </a:lvl7pPr>
            <a:lvl8pPr>
              <a:defRPr>
                <a:solidFill>
                  <a:schemeClr val="lt1"/>
                </a:solidFill>
                <a:latin typeface="+mn-lt"/>
                <a:ea typeface="+mn-ea"/>
                <a:cs typeface="+mn-cs"/>
              </a:defRPr>
            </a:lvl8pPr>
            <a:lvl9pPr>
              <a:defRPr>
                <a:solidFill>
                  <a:schemeClr val="lt1"/>
                </a:solidFill>
                <a:latin typeface="+mn-lt"/>
                <a:ea typeface="+mn-ea"/>
                <a:cs typeface="+mn-cs"/>
              </a:defRPr>
            </a:lvl9pPr>
          </a:lstStyle>
          <a:p>
            <a:pPr algn="ctr" defTabSz="914367" fontAlgn="base">
              <a:spcAft>
                <a:spcPts val="1200"/>
              </a:spcAft>
            </a:pPr>
            <a:endParaRPr lang="en-US" sz="2400">
              <a:solidFill>
                <a:schemeClr val="tx1"/>
              </a:solidFill>
              <a:latin typeface="+mj-lt"/>
            </a:endParaRPr>
          </a:p>
        </p:txBody>
      </p:sp>
      <p:sp>
        <p:nvSpPr>
          <p:cNvPr id="32" name="Title 3">
            <a:extLst>
              <a:ext uri="{FF2B5EF4-FFF2-40B4-BE49-F238E27FC236}">
                <a16:creationId xmlns:a16="http://schemas.microsoft.com/office/drawing/2014/main" id="{48DDDF4A-FE17-1102-A124-218F87FABE26}"/>
              </a:ext>
            </a:extLst>
          </p:cNvPr>
          <p:cNvSpPr txBox="1">
            <a:spLocks/>
          </p:cNvSpPr>
          <p:nvPr userDrawn="1"/>
        </p:nvSpPr>
        <p:spPr>
          <a:xfrm>
            <a:off x="1493041" y="3480044"/>
            <a:ext cx="843286" cy="58326"/>
          </a:xfrm>
          <a:prstGeom prst="roundRect">
            <a:avLst>
              <a:gd name="adj" fmla="val 313091"/>
            </a:avLst>
          </a:prstGeom>
          <a:solidFill>
            <a:schemeClr val="accent1"/>
          </a:solidFill>
          <a:ln w="9525" cap="flat" cmpd="sng" algn="ctr">
            <a:noFill/>
            <a:prstDash val="solid"/>
            <a:headEnd type="none" w="med" len="med"/>
            <a:tailEnd type="none" w="med" len="med"/>
          </a:ln>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lvl1pPr algn="l" defTabSz="932742" rtl="0" eaLnBrk="1" latinLnBrk="0" hangingPunct="1">
              <a:lnSpc>
                <a:spcPct val="100000"/>
              </a:lnSpc>
              <a:spcBef>
                <a:spcPct val="0"/>
              </a:spcBef>
              <a:buNone/>
              <a:defRPr lang="en-US" sz="3200" b="0" kern="1200" cap="none" spc="-50" baseline="0" dirty="0" smtClean="0">
                <a:ln w="3175">
                  <a:noFill/>
                </a:ln>
                <a:solidFill>
                  <a:schemeClr val="lt1"/>
                </a:solidFill>
                <a:effectLst/>
                <a:latin typeface="+mn-lt"/>
                <a:ea typeface="+mn-ea"/>
                <a:cs typeface="+mn-cs"/>
              </a:defRPr>
            </a:lvl1pPr>
            <a:lvl2pPr>
              <a:defRPr>
                <a:solidFill>
                  <a:schemeClr val="lt1"/>
                </a:solidFill>
                <a:latin typeface="+mn-lt"/>
                <a:ea typeface="+mn-ea"/>
                <a:cs typeface="+mn-cs"/>
              </a:defRPr>
            </a:lvl2pPr>
            <a:lvl3pPr>
              <a:defRPr>
                <a:solidFill>
                  <a:schemeClr val="lt1"/>
                </a:solidFill>
                <a:latin typeface="+mn-lt"/>
                <a:ea typeface="+mn-ea"/>
                <a:cs typeface="+mn-cs"/>
              </a:defRPr>
            </a:lvl3pPr>
            <a:lvl4pPr>
              <a:defRPr>
                <a:solidFill>
                  <a:schemeClr val="lt1"/>
                </a:solidFill>
                <a:latin typeface="+mn-lt"/>
                <a:ea typeface="+mn-ea"/>
                <a:cs typeface="+mn-cs"/>
              </a:defRPr>
            </a:lvl4pPr>
            <a:lvl5pPr>
              <a:defRPr>
                <a:solidFill>
                  <a:schemeClr val="lt1"/>
                </a:solidFill>
                <a:latin typeface="+mn-lt"/>
                <a:ea typeface="+mn-ea"/>
                <a:cs typeface="+mn-cs"/>
              </a:defRPr>
            </a:lvl5pPr>
            <a:lvl6pPr>
              <a:defRPr>
                <a:solidFill>
                  <a:schemeClr val="lt1"/>
                </a:solidFill>
                <a:latin typeface="+mn-lt"/>
                <a:ea typeface="+mn-ea"/>
                <a:cs typeface="+mn-cs"/>
              </a:defRPr>
            </a:lvl6pPr>
            <a:lvl7pPr>
              <a:defRPr>
                <a:solidFill>
                  <a:schemeClr val="lt1"/>
                </a:solidFill>
                <a:latin typeface="+mn-lt"/>
                <a:ea typeface="+mn-ea"/>
                <a:cs typeface="+mn-cs"/>
              </a:defRPr>
            </a:lvl7pPr>
            <a:lvl8pPr>
              <a:defRPr>
                <a:solidFill>
                  <a:schemeClr val="lt1"/>
                </a:solidFill>
                <a:latin typeface="+mn-lt"/>
                <a:ea typeface="+mn-ea"/>
                <a:cs typeface="+mn-cs"/>
              </a:defRPr>
            </a:lvl8pPr>
            <a:lvl9pPr>
              <a:defRPr>
                <a:solidFill>
                  <a:schemeClr val="lt1"/>
                </a:solidFill>
                <a:latin typeface="+mn-lt"/>
                <a:ea typeface="+mn-ea"/>
                <a:cs typeface="+mn-cs"/>
              </a:defRPr>
            </a:lvl9pPr>
          </a:lstStyle>
          <a:p>
            <a:pPr algn="ctr" defTabSz="914367" fontAlgn="base">
              <a:spcAft>
                <a:spcPts val="1200"/>
              </a:spcAft>
            </a:pPr>
            <a:endParaRPr lang="en-US" sz="2400">
              <a:solidFill>
                <a:schemeClr val="tx1"/>
              </a:solidFill>
              <a:latin typeface="+mj-lt"/>
            </a:endParaRPr>
          </a:p>
        </p:txBody>
      </p:sp>
      <p:cxnSp>
        <p:nvCxnSpPr>
          <p:cNvPr id="34" name="Straight Connector 33">
            <a:extLst>
              <a:ext uri="{FF2B5EF4-FFF2-40B4-BE49-F238E27FC236}">
                <a16:creationId xmlns:a16="http://schemas.microsoft.com/office/drawing/2014/main" id="{6C190A52-AF71-7BFE-4108-B88156B2CA21}"/>
              </a:ext>
            </a:extLst>
          </p:cNvPr>
          <p:cNvCxnSpPr/>
          <p:nvPr userDrawn="1"/>
        </p:nvCxnSpPr>
        <p:spPr>
          <a:xfrm>
            <a:off x="3308826" y="3703906"/>
            <a:ext cx="0" cy="2496312"/>
          </a:xfrm>
          <a:prstGeom prst="line">
            <a:avLst/>
          </a:prstGeom>
          <a:ln w="635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sp>
        <p:nvSpPr>
          <p:cNvPr id="37" name="Text Placeholder 4">
            <a:extLst>
              <a:ext uri="{FF2B5EF4-FFF2-40B4-BE49-F238E27FC236}">
                <a16:creationId xmlns:a16="http://schemas.microsoft.com/office/drawing/2014/main" id="{1D6BF4B2-A0E0-B93E-2319-7092F951884B}"/>
              </a:ext>
            </a:extLst>
          </p:cNvPr>
          <p:cNvSpPr>
            <a:spLocks noGrp="1"/>
          </p:cNvSpPr>
          <p:nvPr>
            <p:ph type="body" sz="quarter" idx="11" hasCustomPrompt="1"/>
          </p:nvPr>
        </p:nvSpPr>
        <p:spPr>
          <a:xfrm>
            <a:off x="3546522" y="4093717"/>
            <a:ext cx="2313210" cy="2103178"/>
          </a:xfrm>
        </p:spPr>
        <p:txBody>
          <a:bodyPr>
            <a:noAutofit/>
          </a:bodyPr>
          <a:lstStyle>
            <a:lvl1pPr marL="0" indent="0" algn="ctr">
              <a:buSzPct val="100000"/>
              <a:buFont typeface="Arial" panose="020B0604020202020204" pitchFamily="34" charset="0"/>
              <a:buNone/>
              <a:defRPr sz="16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Maecenas </a:t>
            </a:r>
            <a:r>
              <a:rPr lang="en-US" err="1"/>
              <a:t>porttitor</a:t>
            </a:r>
            <a:r>
              <a:rPr lang="en-US"/>
              <a:t> </a:t>
            </a:r>
            <a:r>
              <a:rPr lang="en-US" err="1"/>
              <a:t>congue</a:t>
            </a:r>
            <a:r>
              <a:rPr lang="en-US"/>
              <a:t> </a:t>
            </a:r>
            <a:r>
              <a:rPr lang="en-US" err="1"/>
              <a:t>massa</a:t>
            </a:r>
            <a:r>
              <a:rPr lang="en-US"/>
              <a:t>. </a:t>
            </a:r>
            <a:r>
              <a:rPr lang="en-US" err="1"/>
              <a:t>Fusce</a:t>
            </a:r>
            <a:r>
              <a:rPr lang="en-US"/>
              <a:t> </a:t>
            </a:r>
            <a:r>
              <a:rPr lang="en-US" err="1"/>
              <a:t>posuere</a:t>
            </a:r>
            <a:r>
              <a:rPr lang="en-US"/>
              <a:t>, magna sed pulvinar </a:t>
            </a:r>
            <a:r>
              <a:rPr lang="en-US" err="1"/>
              <a:t>ultricies</a:t>
            </a:r>
            <a:r>
              <a:rPr lang="en-US"/>
              <a:t>,.</a:t>
            </a:r>
          </a:p>
        </p:txBody>
      </p:sp>
      <p:sp>
        <p:nvSpPr>
          <p:cNvPr id="38" name="Text Placeholder 4">
            <a:extLst>
              <a:ext uri="{FF2B5EF4-FFF2-40B4-BE49-F238E27FC236}">
                <a16:creationId xmlns:a16="http://schemas.microsoft.com/office/drawing/2014/main" id="{7B35FEB3-BD4C-043B-7CE0-2D7413A8E832}"/>
              </a:ext>
            </a:extLst>
          </p:cNvPr>
          <p:cNvSpPr>
            <a:spLocks noGrp="1"/>
          </p:cNvSpPr>
          <p:nvPr>
            <p:ph type="body" sz="quarter" idx="10" hasCustomPrompt="1"/>
          </p:nvPr>
        </p:nvSpPr>
        <p:spPr>
          <a:xfrm>
            <a:off x="758079" y="4093717"/>
            <a:ext cx="2313210" cy="2103178"/>
          </a:xfrm>
        </p:spPr>
        <p:txBody>
          <a:bodyPr>
            <a:noAutofit/>
          </a:bodyPr>
          <a:lstStyle>
            <a:lvl1pPr marL="0" indent="0" algn="ctr">
              <a:buSzPct val="100000"/>
              <a:buFont typeface="Arial" panose="020B0604020202020204" pitchFamily="34" charset="0"/>
              <a:buNone/>
              <a:defRPr sz="16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Maecenas </a:t>
            </a:r>
            <a:r>
              <a:rPr lang="en-US" err="1"/>
              <a:t>porttitor</a:t>
            </a:r>
            <a:r>
              <a:rPr lang="en-US"/>
              <a:t> </a:t>
            </a:r>
            <a:r>
              <a:rPr lang="en-US" err="1"/>
              <a:t>congue</a:t>
            </a:r>
            <a:r>
              <a:rPr lang="en-US"/>
              <a:t> </a:t>
            </a:r>
            <a:r>
              <a:rPr lang="en-US" err="1"/>
              <a:t>massa</a:t>
            </a:r>
            <a:r>
              <a:rPr lang="en-US"/>
              <a:t>. </a:t>
            </a:r>
            <a:r>
              <a:rPr lang="en-US" err="1"/>
              <a:t>Fusce</a:t>
            </a:r>
            <a:r>
              <a:rPr lang="en-US"/>
              <a:t> </a:t>
            </a:r>
            <a:r>
              <a:rPr lang="en-US" err="1"/>
              <a:t>posuere</a:t>
            </a:r>
            <a:r>
              <a:rPr lang="en-US"/>
              <a:t>, magna sed pulvinar </a:t>
            </a:r>
            <a:r>
              <a:rPr lang="en-US" err="1"/>
              <a:t>ultricies</a:t>
            </a:r>
            <a:r>
              <a:rPr lang="en-US"/>
              <a:t>,.</a:t>
            </a:r>
          </a:p>
        </p:txBody>
      </p:sp>
      <p:sp>
        <p:nvSpPr>
          <p:cNvPr id="42" name="Text Placeholder 4">
            <a:extLst>
              <a:ext uri="{FF2B5EF4-FFF2-40B4-BE49-F238E27FC236}">
                <a16:creationId xmlns:a16="http://schemas.microsoft.com/office/drawing/2014/main" id="{D738A791-9107-15D1-867C-838379840095}"/>
              </a:ext>
            </a:extLst>
          </p:cNvPr>
          <p:cNvSpPr>
            <a:spLocks noGrp="1"/>
          </p:cNvSpPr>
          <p:nvPr>
            <p:ph type="body" sz="quarter" idx="12" hasCustomPrompt="1"/>
          </p:nvPr>
        </p:nvSpPr>
        <p:spPr>
          <a:xfrm>
            <a:off x="9123727" y="4093717"/>
            <a:ext cx="2313210" cy="2103178"/>
          </a:xfrm>
        </p:spPr>
        <p:txBody>
          <a:bodyPr>
            <a:noAutofit/>
          </a:bodyPr>
          <a:lstStyle>
            <a:lvl1pPr marL="0" indent="0" algn="ctr">
              <a:buSzPct val="100000"/>
              <a:buFont typeface="Arial" panose="020B0604020202020204" pitchFamily="34" charset="0"/>
              <a:buNone/>
              <a:defRPr sz="16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Maecenas </a:t>
            </a:r>
            <a:r>
              <a:rPr lang="en-US" err="1"/>
              <a:t>porttitor</a:t>
            </a:r>
            <a:r>
              <a:rPr lang="en-US"/>
              <a:t> </a:t>
            </a:r>
            <a:r>
              <a:rPr lang="en-US" err="1"/>
              <a:t>congue</a:t>
            </a:r>
            <a:r>
              <a:rPr lang="en-US"/>
              <a:t> </a:t>
            </a:r>
            <a:r>
              <a:rPr lang="en-US" err="1"/>
              <a:t>massa</a:t>
            </a:r>
            <a:r>
              <a:rPr lang="en-US"/>
              <a:t>. </a:t>
            </a:r>
            <a:r>
              <a:rPr lang="en-US" err="1"/>
              <a:t>Fusce</a:t>
            </a:r>
            <a:r>
              <a:rPr lang="en-US"/>
              <a:t> </a:t>
            </a:r>
            <a:r>
              <a:rPr lang="en-US" err="1"/>
              <a:t>posuere</a:t>
            </a:r>
            <a:r>
              <a:rPr lang="en-US"/>
              <a:t>, magna sed pulvinar </a:t>
            </a:r>
            <a:r>
              <a:rPr lang="en-US" err="1"/>
              <a:t>ultricies</a:t>
            </a:r>
            <a:r>
              <a:rPr lang="en-US"/>
              <a:t>,.</a:t>
            </a:r>
          </a:p>
        </p:txBody>
      </p:sp>
      <p:sp>
        <p:nvSpPr>
          <p:cNvPr id="43" name="Text Placeholder 4">
            <a:extLst>
              <a:ext uri="{FF2B5EF4-FFF2-40B4-BE49-F238E27FC236}">
                <a16:creationId xmlns:a16="http://schemas.microsoft.com/office/drawing/2014/main" id="{BEDEF4E4-3611-CA6F-3F1C-94341F49E373}"/>
              </a:ext>
            </a:extLst>
          </p:cNvPr>
          <p:cNvSpPr>
            <a:spLocks noGrp="1"/>
          </p:cNvSpPr>
          <p:nvPr>
            <p:ph type="body" sz="quarter" idx="13" hasCustomPrompt="1"/>
          </p:nvPr>
        </p:nvSpPr>
        <p:spPr>
          <a:xfrm>
            <a:off x="6335124" y="4093717"/>
            <a:ext cx="2313210" cy="2103178"/>
          </a:xfrm>
        </p:spPr>
        <p:txBody>
          <a:bodyPr>
            <a:noAutofit/>
          </a:bodyPr>
          <a:lstStyle>
            <a:lvl1pPr marL="0" indent="0" algn="ctr">
              <a:buSzPct val="100000"/>
              <a:buFont typeface="Arial" panose="020B0604020202020204" pitchFamily="34" charset="0"/>
              <a:buNone/>
              <a:defRPr sz="16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Maecenas </a:t>
            </a:r>
            <a:r>
              <a:rPr lang="en-US" err="1"/>
              <a:t>porttitor</a:t>
            </a:r>
            <a:r>
              <a:rPr lang="en-US"/>
              <a:t> </a:t>
            </a:r>
            <a:r>
              <a:rPr lang="en-US" err="1"/>
              <a:t>congue</a:t>
            </a:r>
            <a:r>
              <a:rPr lang="en-US"/>
              <a:t> </a:t>
            </a:r>
            <a:r>
              <a:rPr lang="en-US" err="1"/>
              <a:t>massa</a:t>
            </a:r>
            <a:r>
              <a:rPr lang="en-US"/>
              <a:t>. </a:t>
            </a:r>
            <a:r>
              <a:rPr lang="en-US" err="1"/>
              <a:t>Fusce</a:t>
            </a:r>
            <a:r>
              <a:rPr lang="en-US"/>
              <a:t> </a:t>
            </a:r>
            <a:r>
              <a:rPr lang="en-US" err="1"/>
              <a:t>posuere</a:t>
            </a:r>
            <a:r>
              <a:rPr lang="en-US"/>
              <a:t>, magna sed pulvinar </a:t>
            </a:r>
            <a:r>
              <a:rPr lang="en-US" err="1"/>
              <a:t>ultricies</a:t>
            </a:r>
            <a:r>
              <a:rPr lang="en-US"/>
              <a:t>,.</a:t>
            </a:r>
          </a:p>
        </p:txBody>
      </p:sp>
      <p:sp>
        <p:nvSpPr>
          <p:cNvPr id="44" name="Text Placeholder 4">
            <a:extLst>
              <a:ext uri="{FF2B5EF4-FFF2-40B4-BE49-F238E27FC236}">
                <a16:creationId xmlns:a16="http://schemas.microsoft.com/office/drawing/2014/main" id="{45EB059A-358A-2FFF-2F7F-A0999E707683}"/>
              </a:ext>
            </a:extLst>
          </p:cNvPr>
          <p:cNvSpPr>
            <a:spLocks noGrp="1"/>
          </p:cNvSpPr>
          <p:nvPr>
            <p:ph type="body" sz="quarter" idx="14" hasCustomPrompt="1"/>
          </p:nvPr>
        </p:nvSpPr>
        <p:spPr>
          <a:xfrm>
            <a:off x="758079" y="3677544"/>
            <a:ext cx="2313210" cy="276999"/>
          </a:xfrm>
        </p:spPr>
        <p:txBody>
          <a:bodyPr>
            <a:spAutoFit/>
          </a:bodyPr>
          <a:lstStyle>
            <a:lvl1pPr marL="0" indent="0" algn="ctr">
              <a:buSzPct val="100000"/>
              <a:buFont typeface="Arial" panose="020B0604020202020204" pitchFamily="34" charset="0"/>
              <a:buNone/>
              <a:defRPr sz="1800">
                <a:solidFill>
                  <a:schemeClr val="accent1"/>
                </a:solidFill>
                <a:latin typeface="+mj-lt"/>
              </a:defRPr>
            </a:lvl1pPr>
          </a:lstStyle>
          <a:p>
            <a:pPr lvl="0"/>
            <a:r>
              <a:rPr lang="en-US"/>
              <a:t>Lorem ipsum</a:t>
            </a:r>
          </a:p>
        </p:txBody>
      </p:sp>
      <p:sp>
        <p:nvSpPr>
          <p:cNvPr id="45" name="Text Placeholder 4">
            <a:extLst>
              <a:ext uri="{FF2B5EF4-FFF2-40B4-BE49-F238E27FC236}">
                <a16:creationId xmlns:a16="http://schemas.microsoft.com/office/drawing/2014/main" id="{EF5AAB1A-8DDA-1173-61AB-FF7B2149BB0F}"/>
              </a:ext>
            </a:extLst>
          </p:cNvPr>
          <p:cNvSpPr>
            <a:spLocks noGrp="1"/>
          </p:cNvSpPr>
          <p:nvPr>
            <p:ph type="body" sz="quarter" idx="15" hasCustomPrompt="1"/>
          </p:nvPr>
        </p:nvSpPr>
        <p:spPr>
          <a:xfrm>
            <a:off x="3546522" y="3677544"/>
            <a:ext cx="2313210" cy="276999"/>
          </a:xfrm>
        </p:spPr>
        <p:txBody>
          <a:bodyPr>
            <a:spAutoFit/>
          </a:bodyPr>
          <a:lstStyle>
            <a:lvl1pPr marL="0" indent="0" algn="ctr">
              <a:buSzPct val="100000"/>
              <a:buFont typeface="Arial" panose="020B0604020202020204" pitchFamily="34" charset="0"/>
              <a:buNone/>
              <a:defRPr sz="1800">
                <a:solidFill>
                  <a:schemeClr val="accent1"/>
                </a:solidFill>
                <a:latin typeface="+mj-lt"/>
              </a:defRPr>
            </a:lvl1pPr>
          </a:lstStyle>
          <a:p>
            <a:pPr lvl="0"/>
            <a:r>
              <a:rPr lang="en-US"/>
              <a:t>Lorem ipsum</a:t>
            </a:r>
          </a:p>
        </p:txBody>
      </p:sp>
      <p:sp>
        <p:nvSpPr>
          <p:cNvPr id="46" name="Text Placeholder 4">
            <a:extLst>
              <a:ext uri="{FF2B5EF4-FFF2-40B4-BE49-F238E27FC236}">
                <a16:creationId xmlns:a16="http://schemas.microsoft.com/office/drawing/2014/main" id="{040DC17D-500B-3268-EB51-32F3EBCCD34A}"/>
              </a:ext>
            </a:extLst>
          </p:cNvPr>
          <p:cNvSpPr>
            <a:spLocks noGrp="1"/>
          </p:cNvSpPr>
          <p:nvPr>
            <p:ph type="body" sz="quarter" idx="16" hasCustomPrompt="1"/>
          </p:nvPr>
        </p:nvSpPr>
        <p:spPr>
          <a:xfrm>
            <a:off x="6335124" y="3677544"/>
            <a:ext cx="2313210" cy="276999"/>
          </a:xfrm>
        </p:spPr>
        <p:txBody>
          <a:bodyPr>
            <a:spAutoFit/>
          </a:bodyPr>
          <a:lstStyle>
            <a:lvl1pPr marL="0" indent="0" algn="ctr">
              <a:buSzPct val="100000"/>
              <a:buFont typeface="Arial" panose="020B0604020202020204" pitchFamily="34" charset="0"/>
              <a:buNone/>
              <a:defRPr sz="1800">
                <a:solidFill>
                  <a:schemeClr val="accent1"/>
                </a:solidFill>
                <a:latin typeface="+mj-lt"/>
              </a:defRPr>
            </a:lvl1pPr>
          </a:lstStyle>
          <a:p>
            <a:pPr lvl="0"/>
            <a:r>
              <a:rPr lang="en-US"/>
              <a:t>Lorem ipsum</a:t>
            </a:r>
          </a:p>
        </p:txBody>
      </p:sp>
      <p:sp>
        <p:nvSpPr>
          <p:cNvPr id="47" name="Text Placeholder 4">
            <a:extLst>
              <a:ext uri="{FF2B5EF4-FFF2-40B4-BE49-F238E27FC236}">
                <a16:creationId xmlns:a16="http://schemas.microsoft.com/office/drawing/2014/main" id="{79BF6730-D396-1214-46CA-0690745DC949}"/>
              </a:ext>
            </a:extLst>
          </p:cNvPr>
          <p:cNvSpPr>
            <a:spLocks noGrp="1"/>
          </p:cNvSpPr>
          <p:nvPr>
            <p:ph type="body" sz="quarter" idx="17" hasCustomPrompt="1"/>
          </p:nvPr>
        </p:nvSpPr>
        <p:spPr>
          <a:xfrm>
            <a:off x="9123727" y="3677544"/>
            <a:ext cx="2313210" cy="276999"/>
          </a:xfrm>
        </p:spPr>
        <p:txBody>
          <a:bodyPr>
            <a:spAutoFit/>
          </a:bodyPr>
          <a:lstStyle>
            <a:lvl1pPr marL="0" indent="0" algn="ctr">
              <a:buSzPct val="100000"/>
              <a:buFont typeface="Arial" panose="020B0604020202020204" pitchFamily="34" charset="0"/>
              <a:buNone/>
              <a:defRPr sz="1800">
                <a:solidFill>
                  <a:schemeClr val="accent1"/>
                </a:solidFill>
                <a:latin typeface="+mj-lt"/>
              </a:defRPr>
            </a:lvl1pPr>
          </a:lstStyle>
          <a:p>
            <a:pPr lvl="0"/>
            <a:r>
              <a:rPr lang="en-US"/>
              <a:t>Lorem ipsum</a:t>
            </a:r>
          </a:p>
        </p:txBody>
      </p:sp>
      <p:sp>
        <p:nvSpPr>
          <p:cNvPr id="48" name="Title 1">
            <a:extLst>
              <a:ext uri="{FF2B5EF4-FFF2-40B4-BE49-F238E27FC236}">
                <a16:creationId xmlns:a16="http://schemas.microsoft.com/office/drawing/2014/main" id="{AD4D7402-B83D-6A0C-30F5-B0C66EFAE971}"/>
              </a:ext>
            </a:extLst>
          </p:cNvPr>
          <p:cNvSpPr>
            <a:spLocks noGrp="1"/>
          </p:cNvSpPr>
          <p:nvPr>
            <p:ph type="title"/>
          </p:nvPr>
        </p:nvSpPr>
        <p:spPr>
          <a:xfrm>
            <a:off x="588263" y="457200"/>
            <a:ext cx="11018520" cy="492443"/>
          </a:xfrm>
        </p:spPr>
        <p:txBody>
          <a:bodyPr/>
          <a:lstStyle>
            <a:lvl1pPr>
              <a:defRPr sz="3200"/>
            </a:lvl1pPr>
          </a:lstStyle>
          <a:p>
            <a:r>
              <a:rPr lang="en-US"/>
              <a:t>Click to edit Master title style</a:t>
            </a:r>
          </a:p>
        </p:txBody>
      </p:sp>
      <p:sp>
        <p:nvSpPr>
          <p:cNvPr id="56" name="Picture Placeholder 55">
            <a:extLst>
              <a:ext uri="{FF2B5EF4-FFF2-40B4-BE49-F238E27FC236}">
                <a16:creationId xmlns:a16="http://schemas.microsoft.com/office/drawing/2014/main" id="{89BB5E4B-ECCB-89F3-38BD-F38184A39D0D}"/>
              </a:ext>
            </a:extLst>
          </p:cNvPr>
          <p:cNvSpPr>
            <a:spLocks noGrp="1"/>
          </p:cNvSpPr>
          <p:nvPr>
            <p:ph type="pic" sz="quarter" idx="19"/>
          </p:nvPr>
        </p:nvSpPr>
        <p:spPr>
          <a:xfrm>
            <a:off x="8954612" y="1457138"/>
            <a:ext cx="2651442" cy="2052069"/>
          </a:xfrm>
          <a:custGeom>
            <a:avLst/>
            <a:gdLst>
              <a:gd name="connsiteX0" fmla="*/ 182614 w 2651442"/>
              <a:gd name="connsiteY0" fmla="*/ 0 h 2052069"/>
              <a:gd name="connsiteX1" fmla="*/ 2468828 w 2651442"/>
              <a:gd name="connsiteY1" fmla="*/ 0 h 2052069"/>
              <a:gd name="connsiteX2" fmla="*/ 2651442 w 2651442"/>
              <a:gd name="connsiteY2" fmla="*/ 182614 h 2052069"/>
              <a:gd name="connsiteX3" fmla="*/ 2651442 w 2651442"/>
              <a:gd name="connsiteY3" fmla="*/ 1869455 h 2052069"/>
              <a:gd name="connsiteX4" fmla="*/ 2468828 w 2651442"/>
              <a:gd name="connsiteY4" fmla="*/ 2052069 h 2052069"/>
              <a:gd name="connsiteX5" fmla="*/ 1747364 w 2651442"/>
              <a:gd name="connsiteY5" fmla="*/ 2052069 h 2052069"/>
              <a:gd name="connsiteX6" fmla="*/ 1718201 w 2651442"/>
              <a:gd name="connsiteY6" fmla="*/ 2022906 h 2052069"/>
              <a:gd name="connsiteX7" fmla="*/ 933241 w 2651442"/>
              <a:gd name="connsiteY7" fmla="*/ 2022906 h 2052069"/>
              <a:gd name="connsiteX8" fmla="*/ 904078 w 2651442"/>
              <a:gd name="connsiteY8" fmla="*/ 2052069 h 2052069"/>
              <a:gd name="connsiteX9" fmla="*/ 182614 w 2651442"/>
              <a:gd name="connsiteY9" fmla="*/ 2052069 h 2052069"/>
              <a:gd name="connsiteX10" fmla="*/ 0 w 2651442"/>
              <a:gd name="connsiteY10" fmla="*/ 1869455 h 2052069"/>
              <a:gd name="connsiteX11" fmla="*/ 0 w 2651442"/>
              <a:gd name="connsiteY11" fmla="*/ 182614 h 2052069"/>
              <a:gd name="connsiteX12" fmla="*/ 182614 w 2651442"/>
              <a:gd name="connsiteY12" fmla="*/ 0 h 20520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651442" h="2052069">
                <a:moveTo>
                  <a:pt x="182614" y="0"/>
                </a:moveTo>
                <a:lnTo>
                  <a:pt x="2468828" y="0"/>
                </a:lnTo>
                <a:cubicBezTo>
                  <a:pt x="2569683" y="0"/>
                  <a:pt x="2651442" y="81759"/>
                  <a:pt x="2651442" y="182614"/>
                </a:cubicBezTo>
                <a:lnTo>
                  <a:pt x="2651442" y="1869455"/>
                </a:lnTo>
                <a:cubicBezTo>
                  <a:pt x="2651442" y="1970310"/>
                  <a:pt x="2569683" y="2052069"/>
                  <a:pt x="2468828" y="2052069"/>
                </a:cubicBezTo>
                <a:lnTo>
                  <a:pt x="1747364" y="2052069"/>
                </a:lnTo>
                <a:cubicBezTo>
                  <a:pt x="1747364" y="2035963"/>
                  <a:pt x="1734307" y="2022906"/>
                  <a:pt x="1718201" y="2022906"/>
                </a:cubicBezTo>
                <a:lnTo>
                  <a:pt x="933241" y="2022906"/>
                </a:lnTo>
                <a:cubicBezTo>
                  <a:pt x="917135" y="2022906"/>
                  <a:pt x="904078" y="2035963"/>
                  <a:pt x="904078" y="2052069"/>
                </a:cubicBezTo>
                <a:lnTo>
                  <a:pt x="182614" y="2052069"/>
                </a:lnTo>
                <a:cubicBezTo>
                  <a:pt x="81759" y="2052069"/>
                  <a:pt x="0" y="1970310"/>
                  <a:pt x="0" y="1869455"/>
                </a:cubicBezTo>
                <a:lnTo>
                  <a:pt x="0" y="182614"/>
                </a:lnTo>
                <a:cubicBezTo>
                  <a:pt x="0" y="81759"/>
                  <a:pt x="81759" y="0"/>
                  <a:pt x="182614" y="0"/>
                </a:cubicBezTo>
                <a:close/>
              </a:path>
            </a:pathLst>
          </a:custGeom>
          <a:solidFill>
            <a:schemeClr val="tx1"/>
          </a:solidFill>
        </p:spPr>
        <p:txBody>
          <a:bodyPr wrap="square">
            <a:noAutofit/>
          </a:bodyPr>
          <a:lstStyle/>
          <a:p>
            <a:endParaRPr lang="en-US"/>
          </a:p>
        </p:txBody>
      </p:sp>
      <p:sp>
        <p:nvSpPr>
          <p:cNvPr id="57" name="Picture Placeholder 56">
            <a:extLst>
              <a:ext uri="{FF2B5EF4-FFF2-40B4-BE49-F238E27FC236}">
                <a16:creationId xmlns:a16="http://schemas.microsoft.com/office/drawing/2014/main" id="{29DDA1D4-E2BC-D14D-14FB-E9664C30E8CC}"/>
              </a:ext>
            </a:extLst>
          </p:cNvPr>
          <p:cNvSpPr>
            <a:spLocks noGrp="1"/>
          </p:cNvSpPr>
          <p:nvPr>
            <p:ph type="pic" sz="quarter" idx="20"/>
          </p:nvPr>
        </p:nvSpPr>
        <p:spPr>
          <a:xfrm>
            <a:off x="6166008" y="1457138"/>
            <a:ext cx="2651442" cy="2052069"/>
          </a:xfrm>
          <a:custGeom>
            <a:avLst/>
            <a:gdLst>
              <a:gd name="connsiteX0" fmla="*/ 182614 w 2651442"/>
              <a:gd name="connsiteY0" fmla="*/ 0 h 2052069"/>
              <a:gd name="connsiteX1" fmla="*/ 2468828 w 2651442"/>
              <a:gd name="connsiteY1" fmla="*/ 0 h 2052069"/>
              <a:gd name="connsiteX2" fmla="*/ 2651442 w 2651442"/>
              <a:gd name="connsiteY2" fmla="*/ 182614 h 2052069"/>
              <a:gd name="connsiteX3" fmla="*/ 2651442 w 2651442"/>
              <a:gd name="connsiteY3" fmla="*/ 1869455 h 2052069"/>
              <a:gd name="connsiteX4" fmla="*/ 2468828 w 2651442"/>
              <a:gd name="connsiteY4" fmla="*/ 2052069 h 2052069"/>
              <a:gd name="connsiteX5" fmla="*/ 1747364 w 2651442"/>
              <a:gd name="connsiteY5" fmla="*/ 2052069 h 2052069"/>
              <a:gd name="connsiteX6" fmla="*/ 1718201 w 2651442"/>
              <a:gd name="connsiteY6" fmla="*/ 2022906 h 2052069"/>
              <a:gd name="connsiteX7" fmla="*/ 933241 w 2651442"/>
              <a:gd name="connsiteY7" fmla="*/ 2022906 h 2052069"/>
              <a:gd name="connsiteX8" fmla="*/ 904078 w 2651442"/>
              <a:gd name="connsiteY8" fmla="*/ 2052069 h 2052069"/>
              <a:gd name="connsiteX9" fmla="*/ 182614 w 2651442"/>
              <a:gd name="connsiteY9" fmla="*/ 2052069 h 2052069"/>
              <a:gd name="connsiteX10" fmla="*/ 0 w 2651442"/>
              <a:gd name="connsiteY10" fmla="*/ 1869455 h 2052069"/>
              <a:gd name="connsiteX11" fmla="*/ 0 w 2651442"/>
              <a:gd name="connsiteY11" fmla="*/ 182614 h 2052069"/>
              <a:gd name="connsiteX12" fmla="*/ 182614 w 2651442"/>
              <a:gd name="connsiteY12" fmla="*/ 0 h 20520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651442" h="2052069">
                <a:moveTo>
                  <a:pt x="182614" y="0"/>
                </a:moveTo>
                <a:lnTo>
                  <a:pt x="2468828" y="0"/>
                </a:lnTo>
                <a:cubicBezTo>
                  <a:pt x="2569683" y="0"/>
                  <a:pt x="2651442" y="81759"/>
                  <a:pt x="2651442" y="182614"/>
                </a:cubicBezTo>
                <a:lnTo>
                  <a:pt x="2651442" y="1869455"/>
                </a:lnTo>
                <a:cubicBezTo>
                  <a:pt x="2651442" y="1970310"/>
                  <a:pt x="2569683" y="2052069"/>
                  <a:pt x="2468828" y="2052069"/>
                </a:cubicBezTo>
                <a:lnTo>
                  <a:pt x="1747364" y="2052069"/>
                </a:lnTo>
                <a:cubicBezTo>
                  <a:pt x="1747364" y="2035963"/>
                  <a:pt x="1734307" y="2022906"/>
                  <a:pt x="1718201" y="2022906"/>
                </a:cubicBezTo>
                <a:lnTo>
                  <a:pt x="933241" y="2022906"/>
                </a:lnTo>
                <a:cubicBezTo>
                  <a:pt x="917135" y="2022906"/>
                  <a:pt x="904078" y="2035963"/>
                  <a:pt x="904078" y="2052069"/>
                </a:cubicBezTo>
                <a:lnTo>
                  <a:pt x="182614" y="2052069"/>
                </a:lnTo>
                <a:cubicBezTo>
                  <a:pt x="81759" y="2052069"/>
                  <a:pt x="0" y="1970310"/>
                  <a:pt x="0" y="1869455"/>
                </a:cubicBezTo>
                <a:lnTo>
                  <a:pt x="0" y="182614"/>
                </a:lnTo>
                <a:cubicBezTo>
                  <a:pt x="0" y="81759"/>
                  <a:pt x="81759" y="0"/>
                  <a:pt x="182614" y="0"/>
                </a:cubicBezTo>
                <a:close/>
              </a:path>
            </a:pathLst>
          </a:custGeom>
          <a:solidFill>
            <a:schemeClr val="tx1"/>
          </a:solidFill>
        </p:spPr>
        <p:txBody>
          <a:bodyPr wrap="square">
            <a:noAutofit/>
          </a:bodyPr>
          <a:lstStyle/>
          <a:p>
            <a:endParaRPr lang="en-US"/>
          </a:p>
        </p:txBody>
      </p:sp>
      <p:sp>
        <p:nvSpPr>
          <p:cNvPr id="58" name="Picture Placeholder 57">
            <a:extLst>
              <a:ext uri="{FF2B5EF4-FFF2-40B4-BE49-F238E27FC236}">
                <a16:creationId xmlns:a16="http://schemas.microsoft.com/office/drawing/2014/main" id="{3424BFD4-4318-C1DE-F0B1-570927E9E20E}"/>
              </a:ext>
            </a:extLst>
          </p:cNvPr>
          <p:cNvSpPr>
            <a:spLocks noGrp="1"/>
          </p:cNvSpPr>
          <p:nvPr>
            <p:ph type="pic" sz="quarter" idx="21"/>
          </p:nvPr>
        </p:nvSpPr>
        <p:spPr>
          <a:xfrm>
            <a:off x="3377406" y="1457138"/>
            <a:ext cx="2651442" cy="2052069"/>
          </a:xfrm>
          <a:custGeom>
            <a:avLst/>
            <a:gdLst>
              <a:gd name="connsiteX0" fmla="*/ 182614 w 2651442"/>
              <a:gd name="connsiteY0" fmla="*/ 0 h 2052069"/>
              <a:gd name="connsiteX1" fmla="*/ 2468828 w 2651442"/>
              <a:gd name="connsiteY1" fmla="*/ 0 h 2052069"/>
              <a:gd name="connsiteX2" fmla="*/ 2651442 w 2651442"/>
              <a:gd name="connsiteY2" fmla="*/ 182614 h 2052069"/>
              <a:gd name="connsiteX3" fmla="*/ 2651442 w 2651442"/>
              <a:gd name="connsiteY3" fmla="*/ 1869455 h 2052069"/>
              <a:gd name="connsiteX4" fmla="*/ 2468828 w 2651442"/>
              <a:gd name="connsiteY4" fmla="*/ 2052069 h 2052069"/>
              <a:gd name="connsiteX5" fmla="*/ 1747364 w 2651442"/>
              <a:gd name="connsiteY5" fmla="*/ 2052069 h 2052069"/>
              <a:gd name="connsiteX6" fmla="*/ 1718201 w 2651442"/>
              <a:gd name="connsiteY6" fmla="*/ 2022906 h 2052069"/>
              <a:gd name="connsiteX7" fmla="*/ 933241 w 2651442"/>
              <a:gd name="connsiteY7" fmla="*/ 2022906 h 2052069"/>
              <a:gd name="connsiteX8" fmla="*/ 904078 w 2651442"/>
              <a:gd name="connsiteY8" fmla="*/ 2052069 h 2052069"/>
              <a:gd name="connsiteX9" fmla="*/ 182614 w 2651442"/>
              <a:gd name="connsiteY9" fmla="*/ 2052069 h 2052069"/>
              <a:gd name="connsiteX10" fmla="*/ 0 w 2651442"/>
              <a:gd name="connsiteY10" fmla="*/ 1869455 h 2052069"/>
              <a:gd name="connsiteX11" fmla="*/ 0 w 2651442"/>
              <a:gd name="connsiteY11" fmla="*/ 182614 h 2052069"/>
              <a:gd name="connsiteX12" fmla="*/ 182614 w 2651442"/>
              <a:gd name="connsiteY12" fmla="*/ 0 h 20520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651442" h="2052069">
                <a:moveTo>
                  <a:pt x="182614" y="0"/>
                </a:moveTo>
                <a:lnTo>
                  <a:pt x="2468828" y="0"/>
                </a:lnTo>
                <a:cubicBezTo>
                  <a:pt x="2569683" y="0"/>
                  <a:pt x="2651442" y="81759"/>
                  <a:pt x="2651442" y="182614"/>
                </a:cubicBezTo>
                <a:lnTo>
                  <a:pt x="2651442" y="1869455"/>
                </a:lnTo>
                <a:cubicBezTo>
                  <a:pt x="2651442" y="1970310"/>
                  <a:pt x="2569683" y="2052069"/>
                  <a:pt x="2468828" y="2052069"/>
                </a:cubicBezTo>
                <a:lnTo>
                  <a:pt x="1747364" y="2052069"/>
                </a:lnTo>
                <a:cubicBezTo>
                  <a:pt x="1747364" y="2035963"/>
                  <a:pt x="1734307" y="2022906"/>
                  <a:pt x="1718201" y="2022906"/>
                </a:cubicBezTo>
                <a:lnTo>
                  <a:pt x="933241" y="2022906"/>
                </a:lnTo>
                <a:cubicBezTo>
                  <a:pt x="917135" y="2022906"/>
                  <a:pt x="904078" y="2035963"/>
                  <a:pt x="904078" y="2052069"/>
                </a:cubicBezTo>
                <a:lnTo>
                  <a:pt x="182614" y="2052069"/>
                </a:lnTo>
                <a:cubicBezTo>
                  <a:pt x="81759" y="2052069"/>
                  <a:pt x="0" y="1970310"/>
                  <a:pt x="0" y="1869455"/>
                </a:cubicBezTo>
                <a:lnTo>
                  <a:pt x="0" y="182614"/>
                </a:lnTo>
                <a:cubicBezTo>
                  <a:pt x="0" y="81759"/>
                  <a:pt x="81759" y="0"/>
                  <a:pt x="182614" y="0"/>
                </a:cubicBezTo>
                <a:close/>
              </a:path>
            </a:pathLst>
          </a:custGeom>
          <a:solidFill>
            <a:schemeClr val="tx1"/>
          </a:solidFill>
        </p:spPr>
        <p:txBody>
          <a:bodyPr wrap="square">
            <a:noAutofit/>
          </a:bodyPr>
          <a:lstStyle/>
          <a:p>
            <a:endParaRPr lang="en-US"/>
          </a:p>
        </p:txBody>
      </p:sp>
    </p:spTree>
    <p:extLst>
      <p:ext uri="{BB962C8B-B14F-4D97-AF65-F5344CB8AC3E}">
        <p14:creationId xmlns:p14="http://schemas.microsoft.com/office/powerpoint/2010/main" val="3753260338"/>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Content w/image_2">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95D2AD6C-62DD-326E-4471-0D7041BF8A5F}"/>
              </a:ext>
            </a:extLst>
          </p:cNvPr>
          <p:cNvSpPr>
            <a:spLocks/>
          </p:cNvSpPr>
          <p:nvPr userDrawn="1"/>
        </p:nvSpPr>
        <p:spPr bwMode="auto">
          <a:xfrm>
            <a:off x="0" y="0"/>
            <a:ext cx="12191999" cy="2554514"/>
          </a:xfrm>
          <a:prstGeom prst="rect">
            <a:avLst/>
          </a:prstGeom>
          <a:gradFill flip="none" rotWithShape="1">
            <a:gsLst>
              <a:gs pos="0">
                <a:srgbClr val="8449A9"/>
              </a:gs>
              <a:gs pos="100000">
                <a:srgbClr val="0538BB"/>
              </a:gs>
            </a:gsLst>
            <a:lin ang="2700000" scaled="1"/>
            <a:tileRect/>
          </a:gra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defTabSz="932472" fontAlgn="base">
              <a:spcBef>
                <a:spcPct val="0"/>
              </a:spcBef>
              <a:spcAft>
                <a:spcPct val="0"/>
              </a:spcAft>
            </a:pPr>
            <a:endParaRPr lang="en-US" sz="2000" err="1">
              <a:solidFill>
                <a:schemeClr val="bg1"/>
              </a:solidFill>
              <a:cs typeface="Segoe UI" pitchFamily="34" charset="0"/>
            </a:endParaRPr>
          </a:p>
        </p:txBody>
      </p:sp>
      <p:pic>
        <p:nvPicPr>
          <p:cNvPr id="7" name="Picture 6" descr="A silver shield with text and stars&#10;&#10;AI-generated content may be incorrect.">
            <a:extLst>
              <a:ext uri="{FF2B5EF4-FFF2-40B4-BE49-F238E27FC236}">
                <a16:creationId xmlns:a16="http://schemas.microsoft.com/office/drawing/2014/main" id="{0D876B40-D15D-C715-A49D-E4102F02F601}"/>
              </a:ext>
            </a:extLst>
          </p:cNvPr>
          <p:cNvPicPr>
            <a:picLocks noChangeAspect="1"/>
          </p:cNvPicPr>
          <p:nvPr userDrawn="1"/>
        </p:nvPicPr>
        <p:blipFill>
          <a:blip r:embed="rId2">
            <a:alphaModFix/>
          </a:blip>
          <a:srcRect l="3844" t="2514" r="4223" b="5918"/>
          <a:stretch>
            <a:fillRect/>
          </a:stretch>
        </p:blipFill>
        <p:spPr>
          <a:xfrm>
            <a:off x="11385550" y="288925"/>
            <a:ext cx="512761" cy="510720"/>
          </a:xfrm>
          <a:prstGeom prst="rect">
            <a:avLst/>
          </a:prstGeom>
          <a:effectLst/>
        </p:spPr>
      </p:pic>
      <p:pic>
        <p:nvPicPr>
          <p:cNvPr id="36" name="Picture 35" descr="A silver shield with text and stars&#10;&#10;AI-generated content may be incorrect.">
            <a:extLst>
              <a:ext uri="{FF2B5EF4-FFF2-40B4-BE49-F238E27FC236}">
                <a16:creationId xmlns:a16="http://schemas.microsoft.com/office/drawing/2014/main" id="{74FF1801-287D-2733-9928-4E90A7D39335}"/>
              </a:ext>
            </a:extLst>
          </p:cNvPr>
          <p:cNvPicPr>
            <a:picLocks noChangeAspect="1"/>
          </p:cNvPicPr>
          <p:nvPr userDrawn="1"/>
        </p:nvPicPr>
        <p:blipFill>
          <a:blip r:embed="rId2">
            <a:alphaModFix/>
          </a:blip>
          <a:srcRect l="3844" t="2514" r="4223" b="5918"/>
          <a:stretch>
            <a:fillRect/>
          </a:stretch>
        </p:blipFill>
        <p:spPr>
          <a:xfrm>
            <a:off x="11385550" y="288925"/>
            <a:ext cx="512761" cy="510720"/>
          </a:xfrm>
          <a:prstGeom prst="rect">
            <a:avLst/>
          </a:prstGeom>
          <a:effectLst/>
        </p:spPr>
      </p:pic>
      <p:sp>
        <p:nvSpPr>
          <p:cNvPr id="6" name="Title 1">
            <a:extLst>
              <a:ext uri="{FF2B5EF4-FFF2-40B4-BE49-F238E27FC236}">
                <a16:creationId xmlns:a16="http://schemas.microsoft.com/office/drawing/2014/main" id="{AD4D7402-B83D-6A0C-30F5-B0C66EFAE971}"/>
              </a:ext>
            </a:extLst>
          </p:cNvPr>
          <p:cNvSpPr>
            <a:spLocks noGrp="1"/>
          </p:cNvSpPr>
          <p:nvPr>
            <p:ph type="title"/>
          </p:nvPr>
        </p:nvSpPr>
        <p:spPr>
          <a:xfrm>
            <a:off x="588962" y="457200"/>
            <a:ext cx="5013551" cy="1969770"/>
          </a:xfrm>
        </p:spPr>
        <p:txBody>
          <a:bodyPr anchor="ctr">
            <a:noAutofit/>
          </a:bodyPr>
          <a:lstStyle>
            <a:lvl1pPr>
              <a:defRPr sz="3200"/>
            </a:lvl1pPr>
          </a:lstStyle>
          <a:p>
            <a:r>
              <a:rPr lang="en-US"/>
              <a:t>Click to edit Master title style</a:t>
            </a:r>
          </a:p>
        </p:txBody>
      </p:sp>
      <p:sp>
        <p:nvSpPr>
          <p:cNvPr id="8" name="Picture Placeholder 7">
            <a:extLst>
              <a:ext uri="{FF2B5EF4-FFF2-40B4-BE49-F238E27FC236}">
                <a16:creationId xmlns:a16="http://schemas.microsoft.com/office/drawing/2014/main" id="{DBF25F7E-90DE-53E5-6AF2-028A9766FEC7}"/>
              </a:ext>
            </a:extLst>
          </p:cNvPr>
          <p:cNvSpPr>
            <a:spLocks noGrp="1"/>
          </p:cNvSpPr>
          <p:nvPr>
            <p:ph type="pic" sz="quarter" idx="18"/>
          </p:nvPr>
        </p:nvSpPr>
        <p:spPr>
          <a:xfrm>
            <a:off x="5951538" y="914399"/>
            <a:ext cx="5651499" cy="5448301"/>
          </a:xfrm>
          <a:prstGeom prst="roundRect">
            <a:avLst>
              <a:gd name="adj" fmla="val 4628"/>
            </a:avLst>
          </a:prstGeom>
          <a:solidFill>
            <a:schemeClr val="tx1"/>
          </a:solidFill>
        </p:spPr>
        <p:txBody>
          <a:bodyPr wrap="square">
            <a:noAutofit/>
          </a:bodyPr>
          <a:lstStyle/>
          <a:p>
            <a:endParaRPr lang="en-US"/>
          </a:p>
        </p:txBody>
      </p:sp>
      <p:sp>
        <p:nvSpPr>
          <p:cNvPr id="10" name="Text Placeholder 4">
            <a:extLst>
              <a:ext uri="{FF2B5EF4-FFF2-40B4-BE49-F238E27FC236}">
                <a16:creationId xmlns:a16="http://schemas.microsoft.com/office/drawing/2014/main" id="{0FD73285-18EC-21BC-10D1-EA49A3081FB2}"/>
              </a:ext>
            </a:extLst>
          </p:cNvPr>
          <p:cNvSpPr>
            <a:spLocks noGrp="1"/>
          </p:cNvSpPr>
          <p:nvPr>
            <p:ph type="body" sz="quarter" idx="10" hasCustomPrompt="1"/>
          </p:nvPr>
        </p:nvSpPr>
        <p:spPr>
          <a:xfrm>
            <a:off x="588962" y="2843711"/>
            <a:ext cx="5013552" cy="3077766"/>
          </a:xfrm>
        </p:spPr>
        <p:txBody>
          <a:bodyPr>
            <a:noAutofit/>
          </a:bodyPr>
          <a:lstStyle>
            <a:lvl1pPr marL="0" indent="0" algn="l">
              <a:buSzPct val="100000"/>
              <a:buFont typeface="Arial" panose="020B0604020202020204" pitchFamily="34" charset="0"/>
              <a:buNone/>
              <a:defRPr sz="16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Maecenas </a:t>
            </a:r>
            <a:r>
              <a:rPr lang="en-US" err="1"/>
              <a:t>porttitor</a:t>
            </a:r>
            <a:r>
              <a:rPr lang="en-US"/>
              <a:t> </a:t>
            </a:r>
            <a:r>
              <a:rPr lang="en-US" err="1"/>
              <a:t>congue</a:t>
            </a:r>
            <a:r>
              <a:rPr lang="en-US"/>
              <a:t> </a:t>
            </a:r>
            <a:r>
              <a:rPr lang="en-US" err="1"/>
              <a:t>massa</a:t>
            </a:r>
            <a:r>
              <a:rPr lang="en-US"/>
              <a:t>. </a:t>
            </a:r>
            <a:r>
              <a:rPr lang="en-US" err="1"/>
              <a:t>Fusce</a:t>
            </a:r>
            <a:r>
              <a:rPr lang="en-US"/>
              <a:t> </a:t>
            </a:r>
            <a:r>
              <a:rPr lang="en-US" err="1"/>
              <a:t>posuere</a:t>
            </a:r>
            <a:r>
              <a:rPr lang="en-US"/>
              <a:t>, magna sed pulvinar </a:t>
            </a:r>
            <a:r>
              <a:rPr lang="en-US" err="1"/>
              <a:t>ultricies</a:t>
            </a:r>
            <a:r>
              <a:rPr lang="en-US"/>
              <a:t>, </a:t>
            </a:r>
            <a:r>
              <a:rPr lang="en-US" err="1"/>
              <a:t>purus</a:t>
            </a:r>
            <a:r>
              <a:rPr lang="en-US"/>
              <a:t> </a:t>
            </a:r>
            <a:r>
              <a:rPr lang="en-US" err="1"/>
              <a:t>lectus</a:t>
            </a:r>
            <a:r>
              <a:rPr lang="en-US"/>
              <a:t> </a:t>
            </a:r>
            <a:r>
              <a:rPr lang="en-US" err="1"/>
              <a:t>malesuada</a:t>
            </a:r>
            <a:r>
              <a:rPr lang="en-US"/>
              <a:t> libero, sit </a:t>
            </a:r>
            <a:r>
              <a:rPr lang="en-US" err="1"/>
              <a:t>amet</a:t>
            </a:r>
            <a:r>
              <a:rPr lang="en-US"/>
              <a:t> </a:t>
            </a:r>
            <a:r>
              <a:rPr lang="en-US" err="1"/>
              <a:t>commodo</a:t>
            </a:r>
            <a:r>
              <a:rPr lang="en-US"/>
              <a:t> magna eros </a:t>
            </a:r>
            <a:r>
              <a:rPr lang="en-US" err="1"/>
              <a:t>quis</a:t>
            </a:r>
            <a:r>
              <a:rPr lang="en-US"/>
              <a:t> </a:t>
            </a:r>
            <a:r>
              <a:rPr lang="en-US" err="1"/>
              <a:t>urna</a:t>
            </a:r>
            <a:r>
              <a:rPr lang="en-US"/>
              <a:t>.</a:t>
            </a:r>
          </a:p>
          <a:p>
            <a:pPr lvl="0"/>
            <a:r>
              <a:rPr lang="en-US"/>
              <a:t>Nunc </a:t>
            </a:r>
            <a:r>
              <a:rPr lang="en-US" err="1"/>
              <a:t>viverra</a:t>
            </a:r>
            <a:r>
              <a:rPr lang="en-US"/>
              <a:t> </a:t>
            </a:r>
            <a:r>
              <a:rPr lang="en-US" err="1"/>
              <a:t>imperdiet</a:t>
            </a:r>
            <a:r>
              <a:rPr lang="en-US"/>
              <a:t> </a:t>
            </a:r>
            <a:r>
              <a:rPr lang="en-US" err="1"/>
              <a:t>enim</a:t>
            </a:r>
            <a:r>
              <a:rPr lang="en-US"/>
              <a:t>. </a:t>
            </a:r>
            <a:r>
              <a:rPr lang="en-US" err="1"/>
              <a:t>Fusce</a:t>
            </a:r>
            <a:r>
              <a:rPr lang="en-US"/>
              <a:t> est. </a:t>
            </a:r>
            <a:r>
              <a:rPr lang="en-US" err="1"/>
              <a:t>Vivamus</a:t>
            </a:r>
            <a:r>
              <a:rPr lang="en-US"/>
              <a:t> a </a:t>
            </a:r>
            <a:r>
              <a:rPr lang="en-US" err="1"/>
              <a:t>tellus</a:t>
            </a:r>
            <a:r>
              <a:rPr lang="en-US"/>
              <a:t>.</a:t>
            </a:r>
          </a:p>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Maecenas </a:t>
            </a:r>
            <a:r>
              <a:rPr lang="en-US" err="1"/>
              <a:t>porttitor</a:t>
            </a:r>
            <a:r>
              <a:rPr lang="en-US"/>
              <a:t> </a:t>
            </a:r>
            <a:r>
              <a:rPr lang="en-US" err="1"/>
              <a:t>congue</a:t>
            </a:r>
            <a:r>
              <a:rPr lang="en-US"/>
              <a:t> </a:t>
            </a:r>
            <a:r>
              <a:rPr lang="en-US" err="1"/>
              <a:t>massa</a:t>
            </a:r>
            <a:r>
              <a:rPr lang="en-US"/>
              <a:t>. </a:t>
            </a:r>
            <a:r>
              <a:rPr lang="en-US" err="1"/>
              <a:t>Fusce</a:t>
            </a:r>
            <a:r>
              <a:rPr lang="en-US"/>
              <a:t> </a:t>
            </a:r>
            <a:r>
              <a:rPr lang="en-US" err="1"/>
              <a:t>posuere</a:t>
            </a:r>
            <a:r>
              <a:rPr lang="en-US"/>
              <a:t>, magna sed pulvinar </a:t>
            </a:r>
            <a:r>
              <a:rPr lang="en-US" err="1"/>
              <a:t>ultricies</a:t>
            </a:r>
            <a:r>
              <a:rPr lang="en-US"/>
              <a:t>, </a:t>
            </a:r>
          </a:p>
        </p:txBody>
      </p:sp>
    </p:spTree>
    <p:extLst>
      <p:ext uri="{BB962C8B-B14F-4D97-AF65-F5344CB8AC3E}">
        <p14:creationId xmlns:p14="http://schemas.microsoft.com/office/powerpoint/2010/main" val="2560321248"/>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Background">
    <p:bg>
      <p:bgPr>
        <a:solidFill>
          <a:srgbClr val="8DC8E8"/>
        </a:solidFill>
        <a:effectLst/>
      </p:bgPr>
    </p:bg>
    <p:spTree>
      <p:nvGrpSpPr>
        <p:cNvPr id="1" name=""/>
        <p:cNvGrpSpPr/>
        <p:nvPr/>
      </p:nvGrpSpPr>
      <p:grpSpPr>
        <a:xfrm>
          <a:off x="0" y="0"/>
          <a:ext cx="0" cy="0"/>
          <a:chOff x="0" y="0"/>
          <a:chExt cx="0" cy="0"/>
        </a:xfrm>
      </p:grpSpPr>
      <p:pic>
        <p:nvPicPr>
          <p:cNvPr id="3" name="Picture 2" descr="A blue and purple gradient&#10;&#10;AI-generated content may be incorrect.">
            <a:extLst>
              <a:ext uri="{FF2B5EF4-FFF2-40B4-BE49-F238E27FC236}">
                <a16:creationId xmlns:a16="http://schemas.microsoft.com/office/drawing/2014/main" id="{9D34C299-A8B5-1F05-90DB-A9EC230E988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Tree>
    <p:extLst>
      <p:ext uri="{BB962C8B-B14F-4D97-AF65-F5344CB8AC3E}">
        <p14:creationId xmlns:p14="http://schemas.microsoft.com/office/powerpoint/2010/main" val="2665924598"/>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p15:clr>
            <a:srgbClr val="FBAE40"/>
          </p15:clr>
        </p15:guide>
        <p15:guide id="2" pos="6127">
          <p15:clr>
            <a:srgbClr val="5ACBF0"/>
          </p15:clr>
        </p15:guide>
        <p15:guide id="3" orient="horz" pos="1911">
          <p15:clr>
            <a:srgbClr val="5ACBF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2_Closing logo slide">
    <p:bg>
      <p:bgRef idx="1001">
        <a:schemeClr val="bg1"/>
      </p:bgRef>
    </p:bg>
    <p:spTree>
      <p:nvGrpSpPr>
        <p:cNvPr id="1" name=""/>
        <p:cNvGrpSpPr/>
        <p:nvPr/>
      </p:nvGrpSpPr>
      <p:grpSpPr>
        <a:xfrm>
          <a:off x="0" y="0"/>
          <a:ext cx="0" cy="0"/>
          <a:chOff x="0" y="0"/>
          <a:chExt cx="0" cy="0"/>
        </a:xfrm>
      </p:grpSpPr>
      <p:sp>
        <p:nvSpPr>
          <p:cNvPr id="2" name="Text Box 3" descr="This is a copyright notice that should be included on the final slide."/>
          <p:cNvSpPr txBox="1">
            <a:spLocks noChangeArrowheads="1"/>
          </p:cNvSpPr>
          <p:nvPr/>
        </p:nvSpPr>
        <p:spPr bwMode="blackWhite">
          <a:xfrm>
            <a:off x="584200" y="6161316"/>
            <a:ext cx="4482124" cy="107722"/>
          </a:xfrm>
          <a:prstGeom prst="rect">
            <a:avLst/>
          </a:prstGeom>
          <a:noFill/>
          <a:ln w="12700">
            <a:noFill/>
            <a:miter lim="800000"/>
            <a:headEnd type="none" w="sm" len="sm"/>
            <a:tailEnd type="none" w="sm" len="sm"/>
          </a:ln>
          <a:effectLst/>
        </p:spPr>
        <p:txBody>
          <a:bodyPr vert="horz" wrap="square" lIns="0" tIns="0" rIns="0" bIns="0" numCol="1" anchor="b" anchorCtr="0" compatLnSpc="1">
            <a:prstTxWarp prst="textNoShape">
              <a:avLst/>
            </a:prstTxWarp>
            <a:spAutoFit/>
          </a:bodyPr>
          <a:lstStyle/>
          <a:p>
            <a:pPr defTabSz="932290" eaLnBrk="0" hangingPunct="0"/>
            <a:r>
              <a:rPr lang="en-US" sz="700">
                <a:solidFill>
                  <a:schemeClr val="tx1"/>
                </a:solidFill>
                <a:cs typeface="Segoe UI" pitchFamily="34" charset="0"/>
              </a:rPr>
              <a:t>© Copyright Microsoft Corporation. All rights reserved. </a:t>
            </a:r>
          </a:p>
        </p:txBody>
      </p:sp>
      <p:pic>
        <p:nvPicPr>
          <p:cNvPr id="5" name="Picture 4" descr="A logo on a black background&#10;&#10;AI-generated content may be incorrect.">
            <a:extLst>
              <a:ext uri="{FF2B5EF4-FFF2-40B4-BE49-F238E27FC236}">
                <a16:creationId xmlns:a16="http://schemas.microsoft.com/office/drawing/2014/main" id="{54C58BD3-CDE2-2472-5B17-4AA60F1F084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81353" y="290130"/>
            <a:ext cx="1972133" cy="883924"/>
          </a:xfrm>
          <a:prstGeom prst="rect">
            <a:avLst/>
          </a:prstGeom>
        </p:spPr>
      </p:pic>
    </p:spTree>
    <p:extLst>
      <p:ext uri="{BB962C8B-B14F-4D97-AF65-F5344CB8AC3E}">
        <p14:creationId xmlns:p14="http://schemas.microsoft.com/office/powerpoint/2010/main" val="3772285275"/>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1_Closing logo slide">
    <p:bg>
      <p:bgPr>
        <a:solidFill>
          <a:srgbClr val="8DC8E8"/>
        </a:solidFill>
        <a:effectLst/>
      </p:bgPr>
    </p:bg>
    <p:spTree>
      <p:nvGrpSpPr>
        <p:cNvPr id="1" name=""/>
        <p:cNvGrpSpPr/>
        <p:nvPr/>
      </p:nvGrpSpPr>
      <p:grpSpPr>
        <a:xfrm>
          <a:off x="0" y="0"/>
          <a:ext cx="0" cy="0"/>
          <a:chOff x="0" y="0"/>
          <a:chExt cx="0" cy="0"/>
        </a:xfrm>
      </p:grpSpPr>
      <p:pic>
        <p:nvPicPr>
          <p:cNvPr id="4" name="Picture 3" descr="A blue and purple gradient&#10;&#10;AI-generated content may be incorrect.">
            <a:extLst>
              <a:ext uri="{FF2B5EF4-FFF2-40B4-BE49-F238E27FC236}">
                <a16:creationId xmlns:a16="http://schemas.microsoft.com/office/drawing/2014/main" id="{62FC192E-09BB-FE87-78D1-A92D398174E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ext Box 3" descr="This is a copyright notice that should be included on the final slide."/>
          <p:cNvSpPr txBox="1">
            <a:spLocks noChangeArrowheads="1"/>
          </p:cNvSpPr>
          <p:nvPr/>
        </p:nvSpPr>
        <p:spPr bwMode="blackWhite">
          <a:xfrm>
            <a:off x="584200" y="6161316"/>
            <a:ext cx="4482124" cy="107722"/>
          </a:xfrm>
          <a:prstGeom prst="rect">
            <a:avLst/>
          </a:prstGeom>
          <a:noFill/>
          <a:ln w="12700">
            <a:noFill/>
            <a:miter lim="800000"/>
            <a:headEnd type="none" w="sm" len="sm"/>
            <a:tailEnd type="none" w="sm" len="sm"/>
          </a:ln>
          <a:effectLst/>
        </p:spPr>
        <p:txBody>
          <a:bodyPr vert="horz" wrap="square" lIns="0" tIns="0" rIns="0" bIns="0" numCol="1" anchor="b" anchorCtr="0" compatLnSpc="1">
            <a:prstTxWarp prst="textNoShape">
              <a:avLst/>
            </a:prstTxWarp>
            <a:spAutoFit/>
          </a:bodyPr>
          <a:lstStyle/>
          <a:p>
            <a:pPr defTabSz="932290" eaLnBrk="0" hangingPunct="0"/>
            <a:r>
              <a:rPr lang="en-US" sz="700">
                <a:solidFill>
                  <a:schemeClr val="tx1"/>
                </a:solidFill>
                <a:cs typeface="Segoe UI" pitchFamily="34" charset="0"/>
              </a:rPr>
              <a:t>© Copyright Microsoft Corporation. All rights reserved. </a:t>
            </a:r>
          </a:p>
        </p:txBody>
      </p:sp>
      <p:pic>
        <p:nvPicPr>
          <p:cNvPr id="7" name="Picture 6" descr="A logo on a black background&#10;&#10;AI-generated content may be incorrect.">
            <a:extLst>
              <a:ext uri="{FF2B5EF4-FFF2-40B4-BE49-F238E27FC236}">
                <a16:creationId xmlns:a16="http://schemas.microsoft.com/office/drawing/2014/main" id="{E7C4D62F-7870-ABCC-2805-88859CA8EE86}"/>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281353" y="290130"/>
            <a:ext cx="1972133" cy="883924"/>
          </a:xfrm>
          <a:prstGeom prst="rect">
            <a:avLst/>
          </a:prstGeom>
        </p:spPr>
      </p:pic>
    </p:spTree>
    <p:extLst>
      <p:ext uri="{BB962C8B-B14F-4D97-AF65-F5344CB8AC3E}">
        <p14:creationId xmlns:p14="http://schemas.microsoft.com/office/powerpoint/2010/main" val="1909341843"/>
      </p:ext>
    </p:extLst>
  </p:cSld>
  <p:clrMapOvr>
    <a:overrideClrMapping bg1="dk1" tx1="lt1" bg2="dk2" tx2="lt2" accent1="accent1" accent2="accent2" accent3="accent3" accent4="accent4" accent5="accent5" accent6="accent6" hlink="hlink" folHlink="folHlink"/>
  </p:clrMapOvr>
  <p:transition>
    <p:fade/>
  </p:transition>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1.xml"/><Relationship Id="rId15" Type="http://schemas.openxmlformats.org/officeDocument/2006/relationships/image" Target="../media/image1.sv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bwMode="blackWhite">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88263" y="457200"/>
            <a:ext cx="11018520" cy="553998"/>
          </a:xfrm>
          <a:prstGeom prst="rect">
            <a:avLst/>
          </a:prstGeom>
        </p:spPr>
        <p:txBody>
          <a:bodyPr vert="horz" wrap="square" lIns="0" tIns="0" rIns="0" bIns="0" rtlCol="0" anchor="t">
            <a:spAutoFit/>
          </a:bodyPr>
          <a:lstStyle/>
          <a:p>
            <a:r>
              <a:rPr lang="en-US"/>
              <a:t>Click to edit Master title style</a:t>
            </a:r>
          </a:p>
        </p:txBody>
      </p:sp>
      <p:sp>
        <p:nvSpPr>
          <p:cNvPr id="4" name="Text Placeholder 3"/>
          <p:cNvSpPr>
            <a:spLocks noGrp="1"/>
          </p:cNvSpPr>
          <p:nvPr>
            <p:ph type="body" idx="1"/>
          </p:nvPr>
        </p:nvSpPr>
        <p:spPr>
          <a:xfrm>
            <a:off x="584200" y="1435503"/>
            <a:ext cx="11018520" cy="1612749"/>
          </a:xfrm>
          <a:prstGeom prst="rect">
            <a:avLst/>
          </a:prstGeom>
        </p:spPr>
        <p:txBody>
          <a:bodyPr vert="horz" wrap="square"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47" name="GRID" hidden="1">
            <a:extLst>
              <a:ext uri="{FF2B5EF4-FFF2-40B4-BE49-F238E27FC236}">
                <a16:creationId xmlns:a16="http://schemas.microsoft.com/office/drawing/2014/main" id="{32B5FFBF-552A-4973-B5B3-9EE3A765185F}"/>
              </a:ext>
            </a:extLst>
          </p:cNvPr>
          <p:cNvGrpSpPr/>
          <p:nvPr/>
        </p:nvGrpSpPr>
        <p:grpSpPr>
          <a:xfrm>
            <a:off x="0" y="0"/>
            <a:ext cx="12192000" cy="6858000"/>
            <a:chOff x="0" y="0"/>
            <a:chExt cx="12192000" cy="6858000"/>
          </a:xfrm>
        </p:grpSpPr>
        <p:cxnSp>
          <p:nvCxnSpPr>
            <p:cNvPr id="7" name="Straight Connector 6">
              <a:extLst>
                <a:ext uri="{FF2B5EF4-FFF2-40B4-BE49-F238E27FC236}">
                  <a16:creationId xmlns:a16="http://schemas.microsoft.com/office/drawing/2014/main" id="{5CD412E5-2492-4063-96AB-C451FC39F2B6}"/>
                </a:ext>
              </a:extLst>
            </p:cNvPr>
            <p:cNvCxnSpPr/>
            <p:nvPr/>
          </p:nvCxnSpPr>
          <p:spPr>
            <a:xfrm>
              <a:off x="0" y="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D25E7FAE-6A98-413B-871E-10F8DF6FF1E3}"/>
                </a:ext>
              </a:extLst>
            </p:cNvPr>
            <p:cNvCxnSpPr/>
            <p:nvPr/>
          </p:nvCxnSpPr>
          <p:spPr>
            <a:xfrm>
              <a:off x="0" y="29260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EF42BDE7-00A0-446E-9CEE-23DDF6A13E6E}"/>
                </a:ext>
              </a:extLst>
            </p:cNvPr>
            <p:cNvCxnSpPr/>
            <p:nvPr/>
          </p:nvCxnSpPr>
          <p:spPr>
            <a:xfrm>
              <a:off x="0" y="585216"/>
              <a:ext cx="12188952" cy="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AD48FF31-9C6A-4C0C-AB96-ED556488A1BA}"/>
                </a:ext>
              </a:extLst>
            </p:cNvPr>
            <p:cNvCxnSpPr/>
            <p:nvPr/>
          </p:nvCxnSpPr>
          <p:spPr>
            <a:xfrm>
              <a:off x="0" y="6272784"/>
              <a:ext cx="12188952" cy="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28D811B2-F122-4FF3-A4F6-E7291A5152BB}"/>
                </a:ext>
              </a:extLst>
            </p:cNvPr>
            <p:cNvCxnSpPr/>
            <p:nvPr/>
          </p:nvCxnSpPr>
          <p:spPr>
            <a:xfrm>
              <a:off x="0" y="656539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A2029335-BA6E-4B6F-B752-D02603169DE6}"/>
                </a:ext>
              </a:extLst>
            </p:cNvPr>
            <p:cNvCxnSpPr/>
            <p:nvPr/>
          </p:nvCxnSpPr>
          <p:spPr>
            <a:xfrm>
              <a:off x="0" y="685800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708D55A0-D16C-4191-B9F9-C95B51610B5E}"/>
                </a:ext>
              </a:extLst>
            </p:cNvPr>
            <p:cNvCxnSpPr/>
            <p:nvPr/>
          </p:nvCxnSpPr>
          <p:spPr>
            <a:xfrm>
              <a:off x="0" y="87782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DA3FCB58-9F61-404B-A493-7860A942FCC2}"/>
                </a:ext>
              </a:extLst>
            </p:cNvPr>
            <p:cNvCxnSpPr/>
            <p:nvPr/>
          </p:nvCxnSpPr>
          <p:spPr>
            <a:xfrm>
              <a:off x="0" y="117043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0EFD38DF-4402-499A-B7B2-D5BBF3AD467C}"/>
                </a:ext>
              </a:extLst>
            </p:cNvPr>
            <p:cNvCxnSpPr/>
            <p:nvPr/>
          </p:nvCxnSpPr>
          <p:spPr>
            <a:xfrm>
              <a:off x="0" y="146304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26DFD209-A624-4FEA-8F60-067FBF0CC1E8}"/>
                </a:ext>
              </a:extLst>
            </p:cNvPr>
            <p:cNvCxnSpPr/>
            <p:nvPr/>
          </p:nvCxnSpPr>
          <p:spPr>
            <a:xfrm>
              <a:off x="0"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F1B8ED61-88C3-48AA-91A7-BFD779B3B3BA}"/>
                </a:ext>
              </a:extLst>
            </p:cNvPr>
            <p:cNvCxnSpPr/>
            <p:nvPr/>
          </p:nvCxnSpPr>
          <p:spPr>
            <a:xfrm>
              <a:off x="585216" y="0"/>
              <a:ext cx="0" cy="685800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822AC47D-49D2-4B9E-B580-53A7922E5654}"/>
                </a:ext>
              </a:extLst>
            </p:cNvPr>
            <p:cNvCxnSpPr/>
            <p:nvPr/>
          </p:nvCxnSpPr>
          <p:spPr>
            <a:xfrm>
              <a:off x="292608"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20D7A2DB-4310-49CD-83F6-55B33BE76665}"/>
                </a:ext>
              </a:extLst>
            </p:cNvPr>
            <p:cNvCxnSpPr/>
            <p:nvPr/>
          </p:nvCxnSpPr>
          <p:spPr>
            <a:xfrm>
              <a:off x="877824"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20C40071-7BC6-4682-9CD1-0631E07C9F11}"/>
                </a:ext>
              </a:extLst>
            </p:cNvPr>
            <p:cNvCxnSpPr/>
            <p:nvPr/>
          </p:nvCxnSpPr>
          <p:spPr>
            <a:xfrm>
              <a:off x="1170432"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EE0ACFAA-26E9-44D2-BEF0-E02CAE93F397}"/>
                </a:ext>
              </a:extLst>
            </p:cNvPr>
            <p:cNvCxnSpPr/>
            <p:nvPr/>
          </p:nvCxnSpPr>
          <p:spPr>
            <a:xfrm>
              <a:off x="11021568"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385D1186-93AE-4B67-8544-763E0B213AAC}"/>
                </a:ext>
              </a:extLst>
            </p:cNvPr>
            <p:cNvCxnSpPr/>
            <p:nvPr/>
          </p:nvCxnSpPr>
          <p:spPr>
            <a:xfrm>
              <a:off x="11606784" y="0"/>
              <a:ext cx="0" cy="685800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CB1D45AE-FC53-4BB4-A9CD-C563C03A1195}"/>
                </a:ext>
              </a:extLst>
            </p:cNvPr>
            <p:cNvCxnSpPr/>
            <p:nvPr/>
          </p:nvCxnSpPr>
          <p:spPr>
            <a:xfrm>
              <a:off x="11314176"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8325177A-06D9-4C2A-B7EF-984A90245BF7}"/>
                </a:ext>
              </a:extLst>
            </p:cNvPr>
            <p:cNvCxnSpPr/>
            <p:nvPr/>
          </p:nvCxnSpPr>
          <p:spPr>
            <a:xfrm>
              <a:off x="11899392"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D2B67796-DF72-4C3B-A79D-7534FD3084C9}"/>
                </a:ext>
              </a:extLst>
            </p:cNvPr>
            <p:cNvCxnSpPr/>
            <p:nvPr/>
          </p:nvCxnSpPr>
          <p:spPr>
            <a:xfrm>
              <a:off x="12192000"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C8B2C409-2FF7-4120-9E48-02A446B82DD6}"/>
                </a:ext>
              </a:extLst>
            </p:cNvPr>
            <p:cNvCxnSpPr/>
            <p:nvPr/>
          </p:nvCxnSpPr>
          <p:spPr>
            <a:xfrm>
              <a:off x="0" y="175564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F3E0130A-B11A-42AB-8439-3CB0569F1C08}"/>
                </a:ext>
              </a:extLst>
            </p:cNvPr>
            <p:cNvCxnSpPr/>
            <p:nvPr/>
          </p:nvCxnSpPr>
          <p:spPr>
            <a:xfrm>
              <a:off x="0" y="204825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0840B631-CB23-44B8-823B-56619D54F0E4}"/>
                </a:ext>
              </a:extLst>
            </p:cNvPr>
            <p:cNvCxnSpPr/>
            <p:nvPr/>
          </p:nvCxnSpPr>
          <p:spPr>
            <a:xfrm>
              <a:off x="0" y="234086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C7DD460B-BBE5-43D6-95DF-C1C1CC6239C6}"/>
                </a:ext>
              </a:extLst>
            </p:cNvPr>
            <p:cNvCxnSpPr/>
            <p:nvPr/>
          </p:nvCxnSpPr>
          <p:spPr>
            <a:xfrm>
              <a:off x="0" y="263347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7F5BEEB4-62B8-420A-9489-8319B9432C34}"/>
                </a:ext>
              </a:extLst>
            </p:cNvPr>
            <p:cNvCxnSpPr/>
            <p:nvPr/>
          </p:nvCxnSpPr>
          <p:spPr>
            <a:xfrm>
              <a:off x="0" y="292608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79242164-82A4-4DA9-B78C-33430C241872}"/>
                </a:ext>
              </a:extLst>
            </p:cNvPr>
            <p:cNvCxnSpPr/>
            <p:nvPr/>
          </p:nvCxnSpPr>
          <p:spPr>
            <a:xfrm>
              <a:off x="0" y="321868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1D8767DD-4892-4904-AE72-87087DD9CCC2}"/>
                </a:ext>
              </a:extLst>
            </p:cNvPr>
            <p:cNvCxnSpPr/>
            <p:nvPr/>
          </p:nvCxnSpPr>
          <p:spPr>
            <a:xfrm>
              <a:off x="0" y="351129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245FC793-2AD0-4021-B3FB-391EDDE6CB63}"/>
                </a:ext>
              </a:extLst>
            </p:cNvPr>
            <p:cNvCxnSpPr/>
            <p:nvPr/>
          </p:nvCxnSpPr>
          <p:spPr>
            <a:xfrm>
              <a:off x="0" y="380390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8091C6C8-296D-4AA9-8F03-7DEA5FA7D71A}"/>
                </a:ext>
              </a:extLst>
            </p:cNvPr>
            <p:cNvCxnSpPr/>
            <p:nvPr/>
          </p:nvCxnSpPr>
          <p:spPr>
            <a:xfrm>
              <a:off x="0" y="409651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71CBDA8A-698A-4B1C-BC41-CD72C2900FE8}"/>
                </a:ext>
              </a:extLst>
            </p:cNvPr>
            <p:cNvCxnSpPr/>
            <p:nvPr/>
          </p:nvCxnSpPr>
          <p:spPr>
            <a:xfrm>
              <a:off x="0" y="438912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F0780C82-EF19-43A2-BF1B-31FDFBA092CA}"/>
                </a:ext>
              </a:extLst>
            </p:cNvPr>
            <p:cNvCxnSpPr/>
            <p:nvPr/>
          </p:nvCxnSpPr>
          <p:spPr>
            <a:xfrm>
              <a:off x="0" y="468172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13492339-9370-44E2-8C4D-414393DEB764}"/>
                </a:ext>
              </a:extLst>
            </p:cNvPr>
            <p:cNvCxnSpPr/>
            <p:nvPr/>
          </p:nvCxnSpPr>
          <p:spPr>
            <a:xfrm>
              <a:off x="0" y="497433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EBF7CE2A-C0A7-4C6F-88B8-E40107AE34E8}"/>
                </a:ext>
              </a:extLst>
            </p:cNvPr>
            <p:cNvCxnSpPr/>
            <p:nvPr/>
          </p:nvCxnSpPr>
          <p:spPr>
            <a:xfrm>
              <a:off x="0" y="526694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CCD7A1D0-B060-4037-BFAE-80FAF89CC35F}"/>
                </a:ext>
              </a:extLst>
            </p:cNvPr>
            <p:cNvCxnSpPr/>
            <p:nvPr/>
          </p:nvCxnSpPr>
          <p:spPr>
            <a:xfrm>
              <a:off x="0" y="555955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2A121C21-7F60-43D7-B9B4-682B9D22E24D}"/>
                </a:ext>
              </a:extLst>
            </p:cNvPr>
            <p:cNvCxnSpPr/>
            <p:nvPr/>
          </p:nvCxnSpPr>
          <p:spPr>
            <a:xfrm>
              <a:off x="0" y="585216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grpSp>
      <p:sp>
        <p:nvSpPr>
          <p:cNvPr id="3" name=".64 square" hidden="1">
            <a:extLst>
              <a:ext uri="{FF2B5EF4-FFF2-40B4-BE49-F238E27FC236}">
                <a16:creationId xmlns:a16="http://schemas.microsoft.com/office/drawing/2014/main" id="{90E0CE0A-15D7-405F-8DFA-B7F5AF47B03C}"/>
              </a:ext>
            </a:extLst>
          </p:cNvPr>
          <p:cNvSpPr/>
          <p:nvPr/>
        </p:nvSpPr>
        <p:spPr bwMode="auto">
          <a:xfrm>
            <a:off x="0" y="0"/>
            <a:ext cx="585216" cy="585216"/>
          </a:xfrm>
          <a:prstGeom prst="rect">
            <a:avLst/>
          </a:prstGeom>
          <a:solidFill>
            <a:schemeClr val="tx1">
              <a:alpha val="17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a:gradFill>
                <a:gsLst>
                  <a:gs pos="0">
                    <a:srgbClr val="FFFFFF"/>
                  </a:gs>
                  <a:gs pos="100000">
                    <a:srgbClr val="FFFFFF"/>
                  </a:gs>
                </a:gsLst>
                <a:lin ang="5400000" scaled="0"/>
              </a:gradFill>
              <a:ea typeface="Segoe UI" pitchFamily="34" charset="0"/>
              <a:cs typeface="Segoe UI" pitchFamily="34" charset="0"/>
            </a:endParaRPr>
          </a:p>
        </p:txBody>
      </p:sp>
      <p:sp>
        <p:nvSpPr>
          <p:cNvPr id="35" name=".32 square" hidden="1">
            <a:extLst>
              <a:ext uri="{FF2B5EF4-FFF2-40B4-BE49-F238E27FC236}">
                <a16:creationId xmlns:a16="http://schemas.microsoft.com/office/drawing/2014/main" id="{09835393-211C-428D-B22F-51EE7A413599}"/>
              </a:ext>
            </a:extLst>
          </p:cNvPr>
          <p:cNvSpPr/>
          <p:nvPr/>
        </p:nvSpPr>
        <p:spPr bwMode="auto">
          <a:xfrm>
            <a:off x="0" y="0"/>
            <a:ext cx="292608" cy="292608"/>
          </a:xfrm>
          <a:prstGeom prst="rect">
            <a:avLst/>
          </a:prstGeom>
          <a:solidFill>
            <a:schemeClr val="tx1">
              <a:alpha val="17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a:gradFill>
                <a:gsLst>
                  <a:gs pos="0">
                    <a:srgbClr val="FFFFFF"/>
                  </a:gs>
                  <a:gs pos="100000">
                    <a:srgbClr val="FFFFFF"/>
                  </a:gs>
                </a:gsLst>
                <a:lin ang="5400000" scaled="0"/>
              </a:gradFill>
              <a:ea typeface="Segoe UI" pitchFamily="34" charset="0"/>
              <a:cs typeface="Segoe UI" pitchFamily="34" charset="0"/>
            </a:endParaRPr>
          </a:p>
        </p:txBody>
      </p:sp>
      <p:pic>
        <p:nvPicPr>
          <p:cNvPr id="144" name="Graphic 143">
            <a:extLst>
              <a:ext uri="{FF2B5EF4-FFF2-40B4-BE49-F238E27FC236}">
                <a16:creationId xmlns:a16="http://schemas.microsoft.com/office/drawing/2014/main" id="{55FCE7D5-5796-0746-3173-EB75FBE85E45}"/>
              </a:ext>
            </a:extLst>
          </p:cNvPr>
          <p:cNvPicPr>
            <a:picLocks noChangeAspect="1"/>
          </p:cNvPicPr>
          <p:nvPr/>
        </p:nvPicPr>
        <p:blipFill>
          <a:blip>
            <a:extLst>
              <a:ext uri="{96DAC541-7B7A-43D3-8B79-37D633B846F1}">
                <asvg:svgBlip xmlns:asvg="http://schemas.microsoft.com/office/drawing/2016/SVG/main" r:embed="rId15"/>
              </a:ext>
            </a:extLst>
          </a:blip>
          <a:srcRect/>
          <a:stretch/>
        </p:blipFill>
        <p:spPr>
          <a:xfrm rot="5400000">
            <a:off x="9509919" y="2743200"/>
            <a:ext cx="6858000" cy="1371600"/>
          </a:xfrm>
          <a:prstGeom prst="rect">
            <a:avLst/>
          </a:prstGeom>
        </p:spPr>
      </p:pic>
    </p:spTree>
    <p:extLst>
      <p:ext uri="{BB962C8B-B14F-4D97-AF65-F5344CB8AC3E}">
        <p14:creationId xmlns:p14="http://schemas.microsoft.com/office/powerpoint/2010/main" val="2869620834"/>
      </p:ext>
    </p:extLst>
  </p:cSld>
  <p:clrMap bg1="dk1" tx1="lt1" bg2="dk2" tx2="lt2" accent1="accent1" accent2="accent2" accent3="accent3" accent4="accent4" accent5="accent5" accent6="accent6" hlink="hlink" folHlink="folHlink"/>
  <p:sldLayoutIdLst>
    <p:sldLayoutId id="2147486123" r:id="rId1"/>
    <p:sldLayoutId id="2147486035" r:id="rId2"/>
    <p:sldLayoutId id="2147486134" r:id="rId3"/>
    <p:sldLayoutId id="2147486135" r:id="rId4"/>
    <p:sldLayoutId id="2147486136" r:id="rId5"/>
    <p:sldLayoutId id="2147486137" r:id="rId6"/>
    <p:sldLayoutId id="2147486138" r:id="rId7"/>
    <p:sldLayoutId id="2147486139" r:id="rId8"/>
    <p:sldLayoutId id="2147486140" r:id="rId9"/>
    <p:sldLayoutId id="2147486141" r:id="rId10"/>
    <p:sldLayoutId id="2147486142" r:id="rId11"/>
    <p:sldLayoutId id="2147486132" r:id="rId12"/>
    <p:sldLayoutId id="2147486133" r:id="rId13"/>
  </p:sldLayoutIdLst>
  <p:transition>
    <p:fade/>
  </p:transition>
  <p:hf sldNum="0" hdr="0" ftr="0" dt="0"/>
  <p:txStyles>
    <p:titleStyle>
      <a:lvl1pPr algn="l" defTabSz="932742" rtl="0" eaLnBrk="1" latinLnBrk="0" hangingPunct="1">
        <a:lnSpc>
          <a:spcPct val="100000"/>
        </a:lnSpc>
        <a:spcBef>
          <a:spcPct val="0"/>
        </a:spcBef>
        <a:buNone/>
        <a:defRPr lang="en-US" sz="3600" b="0" kern="1200" cap="none" spc="-50" baseline="0" dirty="0" smtClean="0">
          <a:ln w="3175">
            <a:noFill/>
          </a:ln>
          <a:solidFill>
            <a:schemeClr val="tx1"/>
          </a:solidFill>
          <a:effectLst/>
          <a:latin typeface="Aptos SemiBold" panose="020B0004020202020204" pitchFamily="34" charset="0"/>
          <a:ea typeface="+mn-ea"/>
          <a:cs typeface="Segoe UI" pitchFamily="34" charset="0"/>
        </a:defRPr>
      </a:lvl1pPr>
    </p:titleStyle>
    <p:bodyStyle>
      <a:lvl1pPr marL="2286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800" kern="1200" spc="0" baseline="0">
          <a:solidFill>
            <a:schemeClr val="tx1"/>
          </a:solidFill>
          <a:latin typeface="Aptos" panose="020B0004020202020204" pitchFamily="34" charset="0"/>
          <a:ea typeface="+mn-ea"/>
          <a:cs typeface="Segoe UI" panose="020B0502040204020203" pitchFamily="34" charset="0"/>
        </a:defRPr>
      </a:lvl1pPr>
      <a:lvl2pPr marL="4572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000" kern="1200" spc="0" baseline="0">
          <a:solidFill>
            <a:schemeClr val="tx1"/>
          </a:solidFill>
          <a:latin typeface="Aptos" panose="020B0004020202020204" pitchFamily="34" charset="0"/>
          <a:ea typeface="+mn-ea"/>
          <a:cs typeface="+mn-cs"/>
        </a:defRPr>
      </a:lvl2pPr>
      <a:lvl3pPr marL="657225" marR="0" indent="-20002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600" kern="1200" spc="0" baseline="0">
          <a:solidFill>
            <a:schemeClr val="tx1"/>
          </a:solidFill>
          <a:latin typeface="Aptos" panose="020B0004020202020204" pitchFamily="34" charset="0"/>
          <a:ea typeface="+mn-ea"/>
          <a:cs typeface="+mn-cs"/>
        </a:defRPr>
      </a:lvl3pPr>
      <a:lvl4pPr marL="842963" marR="0" indent="-1809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Aptos" panose="020B0004020202020204" pitchFamily="34" charset="0"/>
          <a:ea typeface="+mn-ea"/>
          <a:cs typeface="+mn-cs"/>
        </a:defRPr>
      </a:lvl4pPr>
      <a:lvl5pPr marL="1023938" marR="0" indent="-1682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Aptos" panose="020B0004020202020204" pitchFamily="34" charset="0"/>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6" pos="368">
          <p15:clr>
            <a:srgbClr val="C35EA4"/>
          </p15:clr>
        </p15:guide>
        <p15:guide id="17" pos="7313">
          <p15:clr>
            <a:srgbClr val="C35EA4"/>
          </p15:clr>
        </p15:guide>
        <p15:guide id="25" orient="horz" pos="369">
          <p15:clr>
            <a:srgbClr val="C35EA4"/>
          </p15:clr>
        </p15:guide>
        <p15:guide id="26" orient="horz" pos="3949">
          <p15:clr>
            <a:srgbClr val="C35EA4"/>
          </p15:clr>
        </p15:guide>
        <p15:guide id="27" orient="horz" pos="184">
          <p15:clr>
            <a:srgbClr val="A4A3A4"/>
          </p15:clr>
        </p15:guide>
        <p15:guide id="28" pos="185">
          <p15:clr>
            <a:srgbClr val="A4A3A4"/>
          </p15:clr>
        </p15:guide>
        <p15:guide id="29" orient="horz" pos="4135">
          <p15:clr>
            <a:srgbClr val="A4A3A4"/>
          </p15:clr>
        </p15:guide>
        <p15:guide id="30" pos="7495">
          <p15:clr>
            <a:srgbClr val="A4A3A4"/>
          </p15:clr>
        </p15:guide>
        <p15:guide id="31" orient="horz" pos="4008">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Rectangle 2"/>
          <p:cNvSpPr/>
          <p:nvPr/>
        </p:nvSpPr>
        <p:spPr>
          <a:xfrm>
            <a:off x="0" y="0"/>
            <a:ext cx="12192000" cy="6858000"/>
          </a:xfrm>
          <a:prstGeom prst="rect">
            <a:avLst/>
          </a:prstGeom>
          <a:solidFill>
            <a:srgbClr val="122A4A"/>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Oval 3"/>
          <p:cNvSpPr/>
          <p:nvPr/>
        </p:nvSpPr>
        <p:spPr>
          <a:xfrm>
            <a:off x="9792000" y="-1200000"/>
            <a:ext cx="4400000" cy="4400000"/>
          </a:xfrm>
          <a:prstGeom prst="ellipse">
            <a:avLst/>
          </a:prstGeom>
          <a:solidFill>
            <a:srgbClr val="F28C00"/>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1400000" y="4258000"/>
            <a:ext cx="4000000" cy="4000000"/>
          </a:xfrm>
          <a:prstGeom prst="ellipse">
            <a:avLst/>
          </a:prstGeom>
          <a:solidFill>
            <a:srgbClr val="0E5A5A"/>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0000" y="2300000"/>
            <a:ext cx="10992000" cy="2100000"/>
          </a:xfrm>
          <a:prstGeom prst="rect">
            <a:avLst/>
          </a:prstGeom>
          <a:noFill/>
        </p:spPr>
        <p:txBody>
          <a:bodyPr wrap="square">
            <a:spAutoFit/>
          </a:bodyPr>
          <a:lstStyle/>
          <a:p>
            <a:pPr algn="ctr"/>
            <a:r>
              <a:rPr sz="7200" b="1" i="0">
                <a:solidFill>
                  <a:srgbClr val="FFFFFF"/>
                </a:solidFill>
              </a:rPr>
              <a:t>4.1 million kids. One promise.</a:t>
            </a:r>
          </a:p>
        </p:txBody>
      </p:sp>
      <p:sp>
        <p:nvSpPr>
          <p:cNvPr id="7" name="TextBox 6"/>
          <p:cNvSpPr txBox="1"/>
          <p:nvPr/>
        </p:nvSpPr>
        <p:spPr>
          <a:xfrm>
            <a:off x="600000" y="4400000"/>
            <a:ext cx="10992000" cy="700000"/>
          </a:xfrm>
          <a:prstGeom prst="rect">
            <a:avLst/>
          </a:prstGeom>
          <a:noFill/>
        </p:spPr>
        <p:txBody>
          <a:bodyPr wrap="square">
            <a:spAutoFit/>
          </a:bodyPr>
          <a:lstStyle/>
          <a:p>
            <a:pPr algn="ctr"/>
            <a:r>
              <a:rPr sz="2600" b="0" i="1">
                <a:solidFill>
                  <a:srgbClr val="C8D4E6"/>
                </a:solidFill>
              </a:rPr>
              <a:t>Personalised. Private. European.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Rectangle 2"/>
          <p:cNvSpPr/>
          <p:nvPr/>
        </p:nvSpPr>
        <p:spPr>
          <a:xfrm>
            <a:off x="0" y="0"/>
            <a:ext cx="12192000" cy="6858000"/>
          </a:xfrm>
          <a:prstGeom prst="rect">
            <a:avLst/>
          </a:prstGeom>
          <a:solidFill>
            <a:srgbClr val="122A4A"/>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Oval 3"/>
          <p:cNvSpPr/>
          <p:nvPr/>
        </p:nvSpPr>
        <p:spPr>
          <a:xfrm>
            <a:off x="9792000" y="-1200000"/>
            <a:ext cx="4400000" cy="4400000"/>
          </a:xfrm>
          <a:prstGeom prst="ellipse">
            <a:avLst/>
          </a:prstGeom>
          <a:solidFill>
            <a:srgbClr val="F28C00"/>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1400000" y="4258000"/>
            <a:ext cx="4000000" cy="4000000"/>
          </a:xfrm>
          <a:prstGeom prst="ellipse">
            <a:avLst/>
          </a:prstGeom>
          <a:solidFill>
            <a:srgbClr val="0E5A5A"/>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0000" y="280000"/>
            <a:ext cx="10992000" cy="540000"/>
          </a:xfrm>
          <a:prstGeom prst="rect">
            <a:avLst/>
          </a:prstGeom>
          <a:noFill/>
        </p:spPr>
        <p:txBody>
          <a:bodyPr wrap="square">
            <a:spAutoFit/>
          </a:bodyPr>
          <a:lstStyle/>
          <a:p>
            <a:pPr algn="ctr"/>
            <a:r>
              <a:rPr sz="3200" b="1" i="0">
                <a:solidFill>
                  <a:srgbClr val="FFFFFF"/>
                </a:solidFill>
              </a:rPr>
              <a:t>What we sign for</a:t>
            </a:r>
          </a:p>
        </p:txBody>
      </p:sp>
      <p:sp>
        <p:nvSpPr>
          <p:cNvPr id="7" name="TextBox 6"/>
          <p:cNvSpPr txBox="1"/>
          <p:nvPr/>
        </p:nvSpPr>
        <p:spPr>
          <a:xfrm>
            <a:off x="600000" y="820000"/>
            <a:ext cx="10992000" cy="480000"/>
          </a:xfrm>
          <a:prstGeom prst="rect">
            <a:avLst/>
          </a:prstGeom>
          <a:noFill/>
        </p:spPr>
        <p:txBody>
          <a:bodyPr wrap="square">
            <a:spAutoFit/>
          </a:bodyPr>
          <a:lstStyle/>
          <a:p>
            <a:pPr algn="ctr"/>
            <a:r>
              <a:rPr sz="2000" b="0" i="1">
                <a:solidFill>
                  <a:srgbClr val="C8D4E6"/>
                </a:solidFill>
              </a:rPr>
              <a:t>4 numbers · 1 contract · 0 excuses</a:t>
            </a:r>
          </a:p>
        </p:txBody>
      </p:sp>
      <p:sp>
        <p:nvSpPr>
          <p:cNvPr id="8" name="Rounded Rectangle 7"/>
          <p:cNvSpPr/>
          <p:nvPr/>
        </p:nvSpPr>
        <p:spPr>
          <a:xfrm>
            <a:off x="600000" y="1500000"/>
            <a:ext cx="5356000" cy="2239000"/>
          </a:xfrm>
          <a:prstGeom prst="roundRect">
            <a:avLst/>
          </a:prstGeom>
          <a:solidFill>
            <a:srgbClr val="F28C00"/>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00000" y="1700000"/>
            <a:ext cx="5356000" cy="1119500"/>
          </a:xfrm>
          <a:prstGeom prst="rect">
            <a:avLst/>
          </a:prstGeom>
          <a:noFill/>
        </p:spPr>
        <p:txBody>
          <a:bodyPr wrap="square">
            <a:spAutoFit/>
          </a:bodyPr>
          <a:lstStyle/>
          <a:p>
            <a:pPr algn="ctr"/>
            <a:r>
              <a:rPr sz="9600" b="1" i="0">
                <a:solidFill>
                  <a:srgbClr val="FFFFFF"/>
                </a:solidFill>
              </a:rPr>
              <a:t>4.1M</a:t>
            </a:r>
          </a:p>
        </p:txBody>
      </p:sp>
      <p:sp>
        <p:nvSpPr>
          <p:cNvPr id="10" name="TextBox 9"/>
          <p:cNvSpPr txBox="1"/>
          <p:nvPr/>
        </p:nvSpPr>
        <p:spPr>
          <a:xfrm>
            <a:off x="900000" y="3019500"/>
            <a:ext cx="4756000" cy="619500"/>
          </a:xfrm>
          <a:prstGeom prst="rect">
            <a:avLst/>
          </a:prstGeom>
          <a:noFill/>
        </p:spPr>
        <p:txBody>
          <a:bodyPr wrap="square">
            <a:spAutoFit/>
          </a:bodyPr>
          <a:lstStyle/>
          <a:p>
            <a:pPr algn="ctr"/>
            <a:r>
              <a:rPr sz="2000" b="0" i="1">
                <a:solidFill>
                  <a:srgbClr val="FFFFFF"/>
                </a:solidFill>
              </a:rPr>
              <a:t>EU learners in scope (NL · BE · DE · PL · RO)</a:t>
            </a:r>
          </a:p>
        </p:txBody>
      </p:sp>
      <p:sp>
        <p:nvSpPr>
          <p:cNvPr id="11" name="Rounded Rectangle 10"/>
          <p:cNvSpPr/>
          <p:nvPr/>
        </p:nvSpPr>
        <p:spPr>
          <a:xfrm>
            <a:off x="6236000" y="1500000"/>
            <a:ext cx="5356000" cy="2239000"/>
          </a:xfrm>
          <a:prstGeom prst="roundRect">
            <a:avLst/>
          </a:prstGeom>
          <a:solidFill>
            <a:srgbClr val="0E5A5A"/>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236000" y="1700000"/>
            <a:ext cx="5356000" cy="1119500"/>
          </a:xfrm>
          <a:prstGeom prst="rect">
            <a:avLst/>
          </a:prstGeom>
          <a:noFill/>
        </p:spPr>
        <p:txBody>
          <a:bodyPr wrap="square">
            <a:spAutoFit/>
          </a:bodyPr>
          <a:lstStyle/>
          <a:p>
            <a:pPr algn="ctr"/>
            <a:r>
              <a:rPr sz="9600" b="1" i="0">
                <a:solidFill>
                  <a:srgbClr val="FFFFFF"/>
                </a:solidFill>
              </a:rPr>
              <a:t>−26pp</a:t>
            </a:r>
          </a:p>
        </p:txBody>
      </p:sp>
      <p:sp>
        <p:nvSpPr>
          <p:cNvPr id="13" name="TextBox 12"/>
          <p:cNvSpPr txBox="1"/>
          <p:nvPr/>
        </p:nvSpPr>
        <p:spPr>
          <a:xfrm>
            <a:off x="6536000" y="3019500"/>
            <a:ext cx="4756000" cy="619500"/>
          </a:xfrm>
          <a:prstGeom prst="rect">
            <a:avLst/>
          </a:prstGeom>
          <a:noFill/>
        </p:spPr>
        <p:txBody>
          <a:bodyPr wrap="square">
            <a:spAutoFit/>
          </a:bodyPr>
          <a:lstStyle/>
          <a:p>
            <a:pPr algn="ctr"/>
            <a:r>
              <a:rPr sz="2000" b="0" i="1">
                <a:solidFill>
                  <a:srgbClr val="FFFFFF"/>
                </a:solidFill>
              </a:rPr>
              <a:t>outcome-gap closed in 12 months</a:t>
            </a:r>
          </a:p>
        </p:txBody>
      </p:sp>
      <p:sp>
        <p:nvSpPr>
          <p:cNvPr id="14" name="Rounded Rectangle 13"/>
          <p:cNvSpPr/>
          <p:nvPr/>
        </p:nvSpPr>
        <p:spPr>
          <a:xfrm>
            <a:off x="600000" y="4019000"/>
            <a:ext cx="5356000" cy="2239000"/>
          </a:xfrm>
          <a:prstGeom prst="roundRect">
            <a:avLst/>
          </a:prstGeom>
          <a:solidFill>
            <a:srgbClr val="122A4A"/>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00000" y="4219000"/>
            <a:ext cx="5356000" cy="1119500"/>
          </a:xfrm>
          <a:prstGeom prst="rect">
            <a:avLst/>
          </a:prstGeom>
          <a:noFill/>
        </p:spPr>
        <p:txBody>
          <a:bodyPr wrap="square">
            <a:spAutoFit/>
          </a:bodyPr>
          <a:lstStyle/>
          <a:p>
            <a:pPr algn="ctr"/>
            <a:r>
              <a:rPr sz="9600" b="1" i="0">
                <a:solidFill>
                  <a:srgbClr val="FFFFFF"/>
                </a:solidFill>
              </a:rPr>
              <a:t>−45%</a:t>
            </a:r>
          </a:p>
        </p:txBody>
      </p:sp>
      <p:sp>
        <p:nvSpPr>
          <p:cNvPr id="16" name="TextBox 15"/>
          <p:cNvSpPr txBox="1"/>
          <p:nvPr/>
        </p:nvSpPr>
        <p:spPr>
          <a:xfrm>
            <a:off x="900000" y="5538500"/>
            <a:ext cx="4756000" cy="619500"/>
          </a:xfrm>
          <a:prstGeom prst="rect">
            <a:avLst/>
          </a:prstGeom>
          <a:noFill/>
        </p:spPr>
        <p:txBody>
          <a:bodyPr wrap="square">
            <a:spAutoFit/>
          </a:bodyPr>
          <a:lstStyle/>
          <a:p>
            <a:pPr algn="ctr"/>
            <a:r>
              <a:rPr sz="2000" b="0" i="1">
                <a:solidFill>
                  <a:srgbClr val="FFFFFF"/>
                </a:solidFill>
              </a:rPr>
              <a:t>teacher administrative time</a:t>
            </a:r>
          </a:p>
        </p:txBody>
      </p:sp>
      <p:sp>
        <p:nvSpPr>
          <p:cNvPr id="17" name="Rounded Rectangle 16"/>
          <p:cNvSpPr/>
          <p:nvPr/>
        </p:nvSpPr>
        <p:spPr>
          <a:xfrm>
            <a:off x="6236000" y="4019000"/>
            <a:ext cx="5356000" cy="2239000"/>
          </a:xfrm>
          <a:prstGeom prst="roundRect">
            <a:avLst/>
          </a:prstGeom>
          <a:solidFill>
            <a:srgbClr val="1F6B3A"/>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236000" y="4219000"/>
            <a:ext cx="5356000" cy="1119500"/>
          </a:xfrm>
          <a:prstGeom prst="rect">
            <a:avLst/>
          </a:prstGeom>
          <a:noFill/>
        </p:spPr>
        <p:txBody>
          <a:bodyPr wrap="square">
            <a:spAutoFit/>
          </a:bodyPr>
          <a:lstStyle/>
          <a:p>
            <a:pPr algn="ctr"/>
            <a:r>
              <a:rPr sz="9600" b="1" i="0">
                <a:solidFill>
                  <a:srgbClr val="FFFFFF"/>
                </a:solidFill>
              </a:rPr>
              <a:t>100%</a:t>
            </a:r>
          </a:p>
        </p:txBody>
      </p:sp>
      <p:sp>
        <p:nvSpPr>
          <p:cNvPr id="19" name="TextBox 18"/>
          <p:cNvSpPr txBox="1"/>
          <p:nvPr/>
        </p:nvSpPr>
        <p:spPr>
          <a:xfrm>
            <a:off x="6536000" y="5538500"/>
            <a:ext cx="4756000" cy="619500"/>
          </a:xfrm>
          <a:prstGeom prst="rect">
            <a:avLst/>
          </a:prstGeom>
          <a:noFill/>
        </p:spPr>
        <p:txBody>
          <a:bodyPr wrap="square">
            <a:spAutoFit/>
          </a:bodyPr>
          <a:lstStyle/>
          <a:p>
            <a:pPr algn="ctr"/>
            <a:r>
              <a:rPr sz="2000" b="0" i="1">
                <a:solidFill>
                  <a:srgbClr val="FFFFFF"/>
                </a:solidFill>
              </a:rPr>
              <a:t>GDPR Art. 8 · AI Act CE-marked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Rectangle 2"/>
          <p:cNvSpPr/>
          <p:nvPr/>
        </p:nvSpPr>
        <p:spPr>
          <a:xfrm>
            <a:off x="0" y="0"/>
            <a:ext cx="12192000" cy="6858000"/>
          </a:xfrm>
          <a:prstGeom prst="rect">
            <a:avLst/>
          </a:prstGeom>
          <a:solidFill>
            <a:srgbClr val="122A4A"/>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Oval 3"/>
          <p:cNvSpPr/>
          <p:nvPr/>
        </p:nvSpPr>
        <p:spPr>
          <a:xfrm>
            <a:off x="10792000" y="-1600000"/>
            <a:ext cx="3600000" cy="3600000"/>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00000" y="360000"/>
            <a:ext cx="10992000" cy="540000"/>
          </a:xfrm>
          <a:prstGeom prst="rect">
            <a:avLst/>
          </a:prstGeom>
          <a:noFill/>
        </p:spPr>
        <p:txBody>
          <a:bodyPr wrap="square">
            <a:spAutoFit/>
          </a:bodyPr>
          <a:lstStyle/>
          <a:p>
            <a:pPr algn="ctr"/>
            <a:r>
              <a:rPr sz="3000" b="1" i="0">
                <a:solidFill>
                  <a:srgbClr val="FFFFFF"/>
                </a:solidFill>
              </a:rPr>
              <a:t>Same content. Different kids. 40-point gap.</a:t>
            </a:r>
          </a:p>
        </p:txBody>
      </p:sp>
      <p:sp>
        <p:nvSpPr>
          <p:cNvPr id="6" name="TextBox 5"/>
          <p:cNvSpPr txBox="1"/>
          <p:nvPr/>
        </p:nvSpPr>
        <p:spPr>
          <a:xfrm>
            <a:off x="600000" y="1700000"/>
            <a:ext cx="10992000" cy="2800000"/>
          </a:xfrm>
          <a:prstGeom prst="rect">
            <a:avLst/>
          </a:prstGeom>
          <a:noFill/>
        </p:spPr>
        <p:txBody>
          <a:bodyPr wrap="square">
            <a:spAutoFit/>
          </a:bodyPr>
          <a:lstStyle/>
          <a:p>
            <a:pPr algn="ctr"/>
            <a:r>
              <a:rPr sz="24000" b="1" i="0">
                <a:solidFill>
                  <a:srgbClr val="FFFFFF"/>
                </a:solidFill>
              </a:rPr>
              <a:t>40%</a:t>
            </a:r>
          </a:p>
        </p:txBody>
      </p:sp>
      <p:sp>
        <p:nvSpPr>
          <p:cNvPr id="7" name="TextBox 6"/>
          <p:cNvSpPr txBox="1"/>
          <p:nvPr/>
        </p:nvSpPr>
        <p:spPr>
          <a:xfrm>
            <a:off x="600000" y="4900000"/>
            <a:ext cx="10992000" cy="700000"/>
          </a:xfrm>
          <a:prstGeom prst="rect">
            <a:avLst/>
          </a:prstGeom>
          <a:noFill/>
        </p:spPr>
        <p:txBody>
          <a:bodyPr wrap="square">
            <a:spAutoFit/>
          </a:bodyPr>
          <a:lstStyle/>
          <a:p>
            <a:pPr algn="ctr"/>
            <a:r>
              <a:rPr sz="3200" b="0" i="1">
                <a:solidFill>
                  <a:srgbClr val="FFFFFF"/>
                </a:solidFill>
              </a:rPr>
              <a:t>outcome gap, today</a:t>
            </a:r>
          </a:p>
        </p:txBody>
      </p:sp>
      <p:sp>
        <p:nvSpPr>
          <p:cNvPr id="8" name="TextBox 7"/>
          <p:cNvSpPr txBox="1"/>
          <p:nvPr/>
        </p:nvSpPr>
        <p:spPr>
          <a:xfrm>
            <a:off x="600000" y="5900000"/>
            <a:ext cx="10992000" cy="540000"/>
          </a:xfrm>
          <a:prstGeom prst="rect">
            <a:avLst/>
          </a:prstGeom>
          <a:noFill/>
        </p:spPr>
        <p:txBody>
          <a:bodyPr wrap="square">
            <a:spAutoFit/>
          </a:bodyPr>
          <a:lstStyle/>
          <a:p>
            <a:pPr algn="ctr"/>
            <a:r>
              <a:rPr sz="2200" b="0" i="1">
                <a:solidFill>
                  <a:srgbClr val="C8D4E6"/>
                </a:solidFill>
              </a:rPr>
              <a:t>That gap is not a content problem. It's a delivery problem.</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Rectangle 2"/>
          <p:cNvSpPr/>
          <p:nvPr/>
        </p:nvSpPr>
        <p:spPr>
          <a:xfrm>
            <a:off x="0" y="0"/>
            <a:ext cx="12192000" cy="6858000"/>
          </a:xfrm>
          <a:prstGeom prst="rect">
            <a:avLst/>
          </a:prstGeom>
          <a:solidFill>
            <a:srgbClr val="F28C00"/>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Oval 3"/>
          <p:cNvSpPr/>
          <p:nvPr/>
        </p:nvSpPr>
        <p:spPr>
          <a:xfrm>
            <a:off x="9792000" y="-1200000"/>
            <a:ext cx="4400000" cy="4400000"/>
          </a:xfrm>
          <a:prstGeom prst="ellipse">
            <a:avLst/>
          </a:prstGeom>
          <a:solidFill>
            <a:srgbClr val="122A4A"/>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1400000" y="4258000"/>
            <a:ext cx="4000000" cy="4000000"/>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00000" y="800000"/>
            <a:ext cx="1400000" cy="1400000"/>
          </a:xfrm>
          <a:prstGeom prst="rect">
            <a:avLst/>
          </a:prstGeom>
          <a:noFill/>
        </p:spPr>
        <p:txBody>
          <a:bodyPr wrap="square">
            <a:spAutoFit/>
          </a:bodyPr>
          <a:lstStyle/>
          <a:p>
            <a:r>
              <a:rPr sz="22000" b="1" i="0">
                <a:solidFill>
                  <a:srgbClr val="F28C00"/>
                </a:solidFill>
              </a:rPr>
              <a:t>“</a:t>
            </a:r>
          </a:p>
        </p:txBody>
      </p:sp>
      <p:sp>
        <p:nvSpPr>
          <p:cNvPr id="7" name="TextBox 6"/>
          <p:cNvSpPr txBox="1"/>
          <p:nvPr/>
        </p:nvSpPr>
        <p:spPr>
          <a:xfrm>
            <a:off x="1200000" y="1900000"/>
            <a:ext cx="9792000" cy="3100000"/>
          </a:xfrm>
          <a:prstGeom prst="rect">
            <a:avLst/>
          </a:prstGeom>
          <a:noFill/>
        </p:spPr>
        <p:txBody>
          <a:bodyPr wrap="square">
            <a:spAutoFit/>
          </a:bodyPr>
          <a:lstStyle/>
          <a:p>
            <a:pPr algn="ctr"/>
            <a:r>
              <a:rPr sz="4400" b="0" i="0">
                <a:solidFill>
                  <a:srgbClr val="FFFFFF"/>
                </a:solidFill>
              </a:rPr>
              <a:t>Compliance is not a tax on the product. It is the product.</a:t>
            </a:r>
          </a:p>
        </p:txBody>
      </p:sp>
      <p:sp>
        <p:nvSpPr>
          <p:cNvPr id="8" name="TextBox 7"/>
          <p:cNvSpPr txBox="1"/>
          <p:nvPr/>
        </p:nvSpPr>
        <p:spPr>
          <a:xfrm>
            <a:off x="600000" y="5500000"/>
            <a:ext cx="10992000" cy="500000"/>
          </a:xfrm>
          <a:prstGeom prst="rect">
            <a:avLst/>
          </a:prstGeom>
          <a:noFill/>
        </p:spPr>
        <p:txBody>
          <a:bodyPr wrap="square">
            <a:spAutoFit/>
          </a:bodyPr>
          <a:lstStyle/>
          <a:p>
            <a:pPr algn="ctr"/>
            <a:r>
              <a:rPr sz="2200" b="0" i="1">
                <a:solidFill>
                  <a:srgbClr val="C8D4E6"/>
                </a:solidFill>
              </a:rPr>
              <a:t>— LearnEU programme thesis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Rectangle 2"/>
          <p:cNvSpPr/>
          <p:nvPr/>
        </p:nvSpPr>
        <p:spPr>
          <a:xfrm>
            <a:off x="0" y="0"/>
            <a:ext cx="12192000" cy="6858000"/>
          </a:xfrm>
          <a:prstGeom prst="rect">
            <a:avLst/>
          </a:prstGeom>
          <a:solidFill>
            <a:srgbClr val="F28C00"/>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Oval 3"/>
          <p:cNvSpPr/>
          <p:nvPr/>
        </p:nvSpPr>
        <p:spPr>
          <a:xfrm>
            <a:off x="10792000" y="-1600000"/>
            <a:ext cx="3600000" cy="3600000"/>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00000" y="360000"/>
            <a:ext cx="10992000" cy="540000"/>
          </a:xfrm>
          <a:prstGeom prst="rect">
            <a:avLst/>
          </a:prstGeom>
          <a:noFill/>
        </p:spPr>
        <p:txBody>
          <a:bodyPr wrap="square">
            <a:spAutoFit/>
          </a:bodyPr>
          <a:lstStyle/>
          <a:p>
            <a:pPr algn="ctr"/>
            <a:r>
              <a:rPr sz="3000" b="1" i="0">
                <a:solidFill>
                  <a:srgbClr val="FFFFFF"/>
                </a:solidFill>
              </a:rPr>
              <a:t>What we sign for</a:t>
            </a:r>
          </a:p>
        </p:txBody>
      </p:sp>
      <p:sp>
        <p:nvSpPr>
          <p:cNvPr id="6" name="TextBox 5"/>
          <p:cNvSpPr txBox="1"/>
          <p:nvPr/>
        </p:nvSpPr>
        <p:spPr>
          <a:xfrm>
            <a:off x="600000" y="1700000"/>
            <a:ext cx="10992000" cy="2800000"/>
          </a:xfrm>
          <a:prstGeom prst="rect">
            <a:avLst/>
          </a:prstGeom>
          <a:noFill/>
        </p:spPr>
        <p:txBody>
          <a:bodyPr wrap="square">
            <a:spAutoFit/>
          </a:bodyPr>
          <a:lstStyle/>
          <a:p>
            <a:pPr algn="ctr"/>
            <a:r>
              <a:rPr sz="24000" b="1" i="0">
                <a:solidFill>
                  <a:srgbClr val="FFFFFF"/>
                </a:solidFill>
              </a:rPr>
              <a:t>−26pp</a:t>
            </a:r>
          </a:p>
        </p:txBody>
      </p:sp>
      <p:sp>
        <p:nvSpPr>
          <p:cNvPr id="7" name="TextBox 6"/>
          <p:cNvSpPr txBox="1"/>
          <p:nvPr/>
        </p:nvSpPr>
        <p:spPr>
          <a:xfrm>
            <a:off x="600000" y="4900000"/>
            <a:ext cx="10992000" cy="700000"/>
          </a:xfrm>
          <a:prstGeom prst="rect">
            <a:avLst/>
          </a:prstGeom>
          <a:noFill/>
        </p:spPr>
        <p:txBody>
          <a:bodyPr wrap="square">
            <a:spAutoFit/>
          </a:bodyPr>
          <a:lstStyle/>
          <a:p>
            <a:pPr algn="ctr"/>
            <a:r>
              <a:rPr sz="3200" b="0" i="1">
                <a:solidFill>
                  <a:srgbClr val="FFFFFF"/>
                </a:solidFill>
              </a:rPr>
              <a:t>outcome gap closed</a:t>
            </a:r>
          </a:p>
        </p:txBody>
      </p:sp>
      <p:sp>
        <p:nvSpPr>
          <p:cNvPr id="8" name="TextBox 7"/>
          <p:cNvSpPr txBox="1"/>
          <p:nvPr/>
        </p:nvSpPr>
        <p:spPr>
          <a:xfrm>
            <a:off x="600000" y="5900000"/>
            <a:ext cx="10992000" cy="540000"/>
          </a:xfrm>
          <a:prstGeom prst="rect">
            <a:avLst/>
          </a:prstGeom>
          <a:noFill/>
        </p:spPr>
        <p:txBody>
          <a:bodyPr wrap="square">
            <a:spAutoFit/>
          </a:bodyPr>
          <a:lstStyle/>
          <a:p>
            <a:pPr algn="ctr"/>
            <a:r>
              <a:rPr sz="2200" b="0" i="1">
                <a:solidFill>
                  <a:srgbClr val="C8D4E6"/>
                </a:solidFill>
              </a:rPr>
              <a:t>−26% gap · −45% teacher admin · 12mo → 6wk · 100% GDPR Art. 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Rectangle 2"/>
          <p:cNvSpPr/>
          <p:nvPr/>
        </p:nvSpPr>
        <p:spPr>
          <a:xfrm>
            <a:off x="0" y="0"/>
            <a:ext cx="12192000" cy="6858000"/>
          </a:xfrm>
          <a:prstGeom prst="rect">
            <a:avLst/>
          </a:prstGeom>
          <a:solidFill>
            <a:srgbClr val="1F6B3A"/>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Oval 3"/>
          <p:cNvSpPr/>
          <p:nvPr/>
        </p:nvSpPr>
        <p:spPr>
          <a:xfrm>
            <a:off x="10792000" y="-1600000"/>
            <a:ext cx="3600000" cy="3600000"/>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00000" y="360000"/>
            <a:ext cx="10992000" cy="540000"/>
          </a:xfrm>
          <a:prstGeom prst="rect">
            <a:avLst/>
          </a:prstGeom>
          <a:noFill/>
        </p:spPr>
        <p:txBody>
          <a:bodyPr wrap="square">
            <a:spAutoFit/>
          </a:bodyPr>
          <a:lstStyle/>
          <a:p>
            <a:pPr algn="ctr"/>
            <a:r>
              <a:rPr sz="3000" b="1" i="0">
                <a:solidFill>
                  <a:srgbClr val="FFFFFF"/>
                </a:solidFill>
              </a:rPr>
              <a:t>Run-rate annual value</a:t>
            </a:r>
          </a:p>
        </p:txBody>
      </p:sp>
      <p:sp>
        <p:nvSpPr>
          <p:cNvPr id="6" name="TextBox 5"/>
          <p:cNvSpPr txBox="1"/>
          <p:nvPr/>
        </p:nvSpPr>
        <p:spPr>
          <a:xfrm>
            <a:off x="600000" y="1700000"/>
            <a:ext cx="10992000" cy="2800000"/>
          </a:xfrm>
          <a:prstGeom prst="rect">
            <a:avLst/>
          </a:prstGeom>
          <a:noFill/>
        </p:spPr>
        <p:txBody>
          <a:bodyPr wrap="square">
            <a:spAutoFit/>
          </a:bodyPr>
          <a:lstStyle/>
          <a:p>
            <a:pPr algn="ctr"/>
            <a:r>
              <a:rPr sz="24000" b="1" i="0">
                <a:solidFill>
                  <a:srgbClr val="FFFFFF"/>
                </a:solidFill>
              </a:rPr>
              <a:t>€55M</a:t>
            </a:r>
          </a:p>
        </p:txBody>
      </p:sp>
      <p:sp>
        <p:nvSpPr>
          <p:cNvPr id="7" name="TextBox 6"/>
          <p:cNvSpPr txBox="1"/>
          <p:nvPr/>
        </p:nvSpPr>
        <p:spPr>
          <a:xfrm>
            <a:off x="600000" y="4900000"/>
            <a:ext cx="10992000" cy="700000"/>
          </a:xfrm>
          <a:prstGeom prst="rect">
            <a:avLst/>
          </a:prstGeom>
          <a:noFill/>
        </p:spPr>
        <p:txBody>
          <a:bodyPr wrap="square">
            <a:spAutoFit/>
          </a:bodyPr>
          <a:lstStyle/>
          <a:p>
            <a:pPr algn="ctr"/>
            <a:r>
              <a:rPr sz="3200" b="0" i="1">
                <a:solidFill>
                  <a:srgbClr val="FFFFFF"/>
                </a:solidFill>
              </a:rPr>
              <a:t>annual run-rate value</a:t>
            </a:r>
          </a:p>
        </p:txBody>
      </p:sp>
      <p:sp>
        <p:nvSpPr>
          <p:cNvPr id="8" name="TextBox 7"/>
          <p:cNvSpPr txBox="1"/>
          <p:nvPr/>
        </p:nvSpPr>
        <p:spPr>
          <a:xfrm>
            <a:off x="600000" y="5900000"/>
            <a:ext cx="10992000" cy="540000"/>
          </a:xfrm>
          <a:prstGeom prst="rect">
            <a:avLst/>
          </a:prstGeom>
          <a:noFill/>
        </p:spPr>
        <p:txBody>
          <a:bodyPr wrap="square">
            <a:spAutoFit/>
          </a:bodyPr>
          <a:lstStyle/>
          <a:p>
            <a:pPr algn="ctr"/>
            <a:r>
              <a:rPr sz="2200" b="0" i="1">
                <a:solidFill>
                  <a:srgbClr val="C8D4E6"/>
                </a:solidFill>
              </a:rPr>
              <a:t>Payback ≤ 24 months on three markets live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Rectangle 2"/>
          <p:cNvSpPr/>
          <p:nvPr/>
        </p:nvSpPr>
        <p:spPr>
          <a:xfrm>
            <a:off x="0" y="0"/>
            <a:ext cx="12192000" cy="6858000"/>
          </a:xfrm>
          <a:prstGeom prst="rect">
            <a:avLst/>
          </a:prstGeom>
          <a:solidFill>
            <a:srgbClr val="0F1B2D"/>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Oval 3"/>
          <p:cNvSpPr/>
          <p:nvPr/>
        </p:nvSpPr>
        <p:spPr>
          <a:xfrm>
            <a:off x="9792000" y="-1200000"/>
            <a:ext cx="4400000" cy="4400000"/>
          </a:xfrm>
          <a:prstGeom prst="ellipse">
            <a:avLst/>
          </a:prstGeom>
          <a:solidFill>
            <a:srgbClr val="122A4A"/>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00000" y="360000"/>
            <a:ext cx="10992000" cy="540000"/>
          </a:xfrm>
          <a:prstGeom prst="rect">
            <a:avLst/>
          </a:prstGeom>
          <a:noFill/>
        </p:spPr>
        <p:txBody>
          <a:bodyPr wrap="square">
            <a:spAutoFit/>
          </a:bodyPr>
          <a:lstStyle/>
          <a:p>
            <a:pPr algn="ctr"/>
            <a:r>
              <a:rPr sz="3600" b="1" i="0">
                <a:solidFill>
                  <a:srgbClr val="FFFFFF"/>
                </a:solidFill>
              </a:rPr>
              <a:t>Less of what they hate. More of what works.</a:t>
            </a:r>
          </a:p>
        </p:txBody>
      </p:sp>
      <p:sp>
        <p:nvSpPr>
          <p:cNvPr id="6" name="TextBox 5"/>
          <p:cNvSpPr txBox="1"/>
          <p:nvPr/>
        </p:nvSpPr>
        <p:spPr>
          <a:xfrm>
            <a:off x="600000" y="920000"/>
            <a:ext cx="10992000" cy="480000"/>
          </a:xfrm>
          <a:prstGeom prst="rect">
            <a:avLst/>
          </a:prstGeom>
          <a:noFill/>
        </p:spPr>
        <p:txBody>
          <a:bodyPr wrap="square">
            <a:spAutoFit/>
          </a:bodyPr>
          <a:lstStyle/>
          <a:p>
            <a:pPr algn="ctr"/>
            <a:r>
              <a:rPr sz="2200" b="0" i="1">
                <a:solidFill>
                  <a:srgbClr val="C8D4E6"/>
                </a:solidFill>
              </a:rPr>
              <a:t>Lucas, Mr Klein, Sophie — three quantified wins</a:t>
            </a:r>
          </a:p>
        </p:txBody>
      </p:sp>
      <p:sp>
        <p:nvSpPr>
          <p:cNvPr id="7" name="Rounded Rectangle 6"/>
          <p:cNvSpPr/>
          <p:nvPr/>
        </p:nvSpPr>
        <p:spPr>
          <a:xfrm>
            <a:off x="400000" y="1700000"/>
            <a:ext cx="3610666" cy="3400000"/>
          </a:xfrm>
          <a:prstGeom prst="roundRect">
            <a:avLst/>
          </a:prstGeom>
          <a:solidFill>
            <a:srgbClr val="1B3C70"/>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455333" y="2000000"/>
            <a:ext cx="1500000" cy="1500000"/>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455333" y="2150000"/>
            <a:ext cx="1500000" cy="1350000"/>
          </a:xfrm>
          <a:prstGeom prst="rect">
            <a:avLst/>
          </a:prstGeom>
          <a:noFill/>
        </p:spPr>
        <p:txBody>
          <a:bodyPr wrap="square">
            <a:spAutoFit/>
          </a:bodyPr>
          <a:lstStyle/>
          <a:p>
            <a:pPr algn="ctr"/>
            <a:r>
              <a:rPr sz="9600" b="1" i="0">
                <a:solidFill>
                  <a:srgbClr val="1B3C70"/>
                </a:solidFill>
              </a:rPr>
              <a:t>L</a:t>
            </a:r>
          </a:p>
        </p:txBody>
      </p:sp>
      <p:sp>
        <p:nvSpPr>
          <p:cNvPr id="10" name="TextBox 9"/>
          <p:cNvSpPr txBox="1"/>
          <p:nvPr/>
        </p:nvSpPr>
        <p:spPr>
          <a:xfrm>
            <a:off x="400000" y="3700000"/>
            <a:ext cx="3610666" cy="500000"/>
          </a:xfrm>
          <a:prstGeom prst="rect">
            <a:avLst/>
          </a:prstGeom>
          <a:noFill/>
        </p:spPr>
        <p:txBody>
          <a:bodyPr wrap="square">
            <a:spAutoFit/>
          </a:bodyPr>
          <a:lstStyle/>
          <a:p>
            <a:pPr algn="ctr"/>
            <a:r>
              <a:rPr sz="2800" b="1" i="0">
                <a:solidFill>
                  <a:srgbClr val="FFFFFF"/>
                </a:solidFill>
              </a:rPr>
              <a:t>Lucas</a:t>
            </a:r>
          </a:p>
        </p:txBody>
      </p:sp>
      <p:sp>
        <p:nvSpPr>
          <p:cNvPr id="11" name="TextBox 10"/>
          <p:cNvSpPr txBox="1"/>
          <p:nvPr/>
        </p:nvSpPr>
        <p:spPr>
          <a:xfrm>
            <a:off x="400000" y="4200000"/>
            <a:ext cx="3610666" cy="400000"/>
          </a:xfrm>
          <a:prstGeom prst="rect">
            <a:avLst/>
          </a:prstGeom>
          <a:noFill/>
        </p:spPr>
        <p:txBody>
          <a:bodyPr wrap="square">
            <a:spAutoFit/>
          </a:bodyPr>
          <a:lstStyle/>
          <a:p>
            <a:pPr algn="ctr"/>
            <a:r>
              <a:rPr sz="1600" b="0" i="1">
                <a:solidFill>
                  <a:srgbClr val="C8D4E6"/>
                </a:solidFill>
              </a:rPr>
              <a:t>12 · Berlin</a:t>
            </a:r>
          </a:p>
        </p:txBody>
      </p:sp>
      <p:sp>
        <p:nvSpPr>
          <p:cNvPr id="12" name="TextBox 11"/>
          <p:cNvSpPr txBox="1"/>
          <p:nvPr/>
        </p:nvSpPr>
        <p:spPr>
          <a:xfrm>
            <a:off x="400000" y="5200000"/>
            <a:ext cx="3610666" cy="1400000"/>
          </a:xfrm>
          <a:prstGeom prst="rect">
            <a:avLst/>
          </a:prstGeom>
          <a:noFill/>
        </p:spPr>
        <p:txBody>
          <a:bodyPr wrap="square">
            <a:spAutoFit/>
          </a:bodyPr>
          <a:lstStyle/>
          <a:p>
            <a:pPr algn="ctr"/>
            <a:r>
              <a:rPr sz="1600">
                <a:solidFill>
                  <a:srgbClr val="FFFFFF"/>
                </a:solidFill>
              </a:rPr>
              <a:t>Content at his level (P-correct ≈ 0.7)</a:t>
            </a:r>
          </a:p>
          <a:p>
            <a:pPr algn="ctr"/>
            <a:r>
              <a:rPr sz="1600">
                <a:solidFill>
                  <a:srgbClr val="FFFFFF"/>
                </a:solidFill>
              </a:rPr>
              <a:t>Instant formative feedback</a:t>
            </a:r>
          </a:p>
          <a:p>
            <a:pPr algn="ctr"/>
            <a:r>
              <a:rPr sz="1600">
                <a:solidFill>
                  <a:srgbClr val="FFFFFF"/>
                </a:solidFill>
              </a:rPr>
              <a:t>Never punitive grading</a:t>
            </a:r>
          </a:p>
        </p:txBody>
      </p:sp>
      <p:sp>
        <p:nvSpPr>
          <p:cNvPr id="13" name="Rounded Rectangle 12"/>
          <p:cNvSpPr/>
          <p:nvPr/>
        </p:nvSpPr>
        <p:spPr>
          <a:xfrm>
            <a:off x="4290666" y="1700000"/>
            <a:ext cx="3610666" cy="3400000"/>
          </a:xfrm>
          <a:prstGeom prst="roundRect">
            <a:avLst/>
          </a:prstGeom>
          <a:solidFill>
            <a:srgbClr val="8F5210"/>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5345999" y="2000000"/>
            <a:ext cx="1500000" cy="1500000"/>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5345999" y="2150000"/>
            <a:ext cx="1500000" cy="1350000"/>
          </a:xfrm>
          <a:prstGeom prst="rect">
            <a:avLst/>
          </a:prstGeom>
          <a:noFill/>
        </p:spPr>
        <p:txBody>
          <a:bodyPr wrap="square">
            <a:spAutoFit/>
          </a:bodyPr>
          <a:lstStyle/>
          <a:p>
            <a:pPr algn="ctr"/>
            <a:r>
              <a:rPr sz="9600" b="1" i="0">
                <a:solidFill>
                  <a:srgbClr val="8F5210"/>
                </a:solidFill>
              </a:rPr>
              <a:t>K</a:t>
            </a:r>
          </a:p>
        </p:txBody>
      </p:sp>
      <p:sp>
        <p:nvSpPr>
          <p:cNvPr id="16" name="TextBox 15"/>
          <p:cNvSpPr txBox="1"/>
          <p:nvPr/>
        </p:nvSpPr>
        <p:spPr>
          <a:xfrm>
            <a:off x="4290666" y="3700000"/>
            <a:ext cx="3610666" cy="500000"/>
          </a:xfrm>
          <a:prstGeom prst="rect">
            <a:avLst/>
          </a:prstGeom>
          <a:noFill/>
        </p:spPr>
        <p:txBody>
          <a:bodyPr wrap="square">
            <a:spAutoFit/>
          </a:bodyPr>
          <a:lstStyle/>
          <a:p>
            <a:pPr algn="ctr"/>
            <a:r>
              <a:rPr sz="2800" b="1" i="0">
                <a:solidFill>
                  <a:srgbClr val="FFFFFF"/>
                </a:solidFill>
              </a:rPr>
              <a:t>Mr Klein</a:t>
            </a:r>
          </a:p>
        </p:txBody>
      </p:sp>
      <p:sp>
        <p:nvSpPr>
          <p:cNvPr id="17" name="TextBox 16"/>
          <p:cNvSpPr txBox="1"/>
          <p:nvPr/>
        </p:nvSpPr>
        <p:spPr>
          <a:xfrm>
            <a:off x="4290666" y="4200000"/>
            <a:ext cx="3610666" cy="400000"/>
          </a:xfrm>
          <a:prstGeom prst="rect">
            <a:avLst/>
          </a:prstGeom>
          <a:noFill/>
        </p:spPr>
        <p:txBody>
          <a:bodyPr wrap="square">
            <a:spAutoFit/>
          </a:bodyPr>
          <a:lstStyle/>
          <a:p>
            <a:pPr algn="ctr"/>
            <a:r>
              <a:rPr sz="1600" b="0" i="1">
                <a:solidFill>
                  <a:srgbClr val="C8D4E6"/>
                </a:solidFill>
              </a:rPr>
              <a:t>Year-7 maths</a:t>
            </a:r>
          </a:p>
        </p:txBody>
      </p:sp>
      <p:sp>
        <p:nvSpPr>
          <p:cNvPr id="18" name="TextBox 17"/>
          <p:cNvSpPr txBox="1"/>
          <p:nvPr/>
        </p:nvSpPr>
        <p:spPr>
          <a:xfrm>
            <a:off x="4290666" y="5200000"/>
            <a:ext cx="3610666" cy="1400000"/>
          </a:xfrm>
          <a:prstGeom prst="rect">
            <a:avLst/>
          </a:prstGeom>
          <a:noFill/>
        </p:spPr>
        <p:txBody>
          <a:bodyPr wrap="square">
            <a:spAutoFit/>
          </a:bodyPr>
          <a:lstStyle/>
          <a:p>
            <a:pPr algn="ctr"/>
            <a:r>
              <a:rPr sz="1600">
                <a:solidFill>
                  <a:srgbClr val="FFFFFF"/>
                </a:solidFill>
              </a:rPr>
              <a:t>45% admin time back</a:t>
            </a:r>
          </a:p>
          <a:p>
            <a:pPr algn="ctr"/>
            <a:r>
              <a:rPr sz="1600">
                <a:solidFill>
                  <a:srgbClr val="FFFFFF"/>
                </a:solidFill>
              </a:rPr>
              <a:t>Every AI hint is explainable</a:t>
            </a:r>
          </a:p>
          <a:p>
            <a:pPr algn="ctr"/>
            <a:r>
              <a:rPr sz="1600">
                <a:solidFill>
                  <a:srgbClr val="FFFFFF"/>
                </a:solidFill>
              </a:rPr>
              <a:t>One-click override, always</a:t>
            </a:r>
          </a:p>
        </p:txBody>
      </p:sp>
      <p:sp>
        <p:nvSpPr>
          <p:cNvPr id="19" name="Rounded Rectangle 18"/>
          <p:cNvSpPr/>
          <p:nvPr/>
        </p:nvSpPr>
        <p:spPr>
          <a:xfrm>
            <a:off x="8181332" y="1700000"/>
            <a:ext cx="3610666" cy="3400000"/>
          </a:xfrm>
          <a:prstGeom prst="roundRect">
            <a:avLst/>
          </a:prstGeom>
          <a:solidFill>
            <a:srgbClr val="1F6B3A"/>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9236665" y="2000000"/>
            <a:ext cx="1500000" cy="1500000"/>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9236665" y="2150000"/>
            <a:ext cx="1500000" cy="1350000"/>
          </a:xfrm>
          <a:prstGeom prst="rect">
            <a:avLst/>
          </a:prstGeom>
          <a:noFill/>
        </p:spPr>
        <p:txBody>
          <a:bodyPr wrap="square">
            <a:spAutoFit/>
          </a:bodyPr>
          <a:lstStyle/>
          <a:p>
            <a:pPr algn="ctr"/>
            <a:r>
              <a:rPr sz="9600" b="1" i="0">
                <a:solidFill>
                  <a:srgbClr val="1F6B3A"/>
                </a:solidFill>
              </a:rPr>
              <a:t>S</a:t>
            </a:r>
          </a:p>
        </p:txBody>
      </p:sp>
      <p:sp>
        <p:nvSpPr>
          <p:cNvPr id="22" name="TextBox 21"/>
          <p:cNvSpPr txBox="1"/>
          <p:nvPr/>
        </p:nvSpPr>
        <p:spPr>
          <a:xfrm>
            <a:off x="8181332" y="3700000"/>
            <a:ext cx="3610666" cy="500000"/>
          </a:xfrm>
          <a:prstGeom prst="rect">
            <a:avLst/>
          </a:prstGeom>
          <a:noFill/>
        </p:spPr>
        <p:txBody>
          <a:bodyPr wrap="square">
            <a:spAutoFit/>
          </a:bodyPr>
          <a:lstStyle/>
          <a:p>
            <a:pPr algn="ctr"/>
            <a:r>
              <a:rPr sz="2800" b="1" i="0">
                <a:solidFill>
                  <a:srgbClr val="FFFFFF"/>
                </a:solidFill>
              </a:rPr>
              <a:t>Sophie</a:t>
            </a:r>
          </a:p>
        </p:txBody>
      </p:sp>
      <p:sp>
        <p:nvSpPr>
          <p:cNvPr id="23" name="TextBox 22"/>
          <p:cNvSpPr txBox="1"/>
          <p:nvPr/>
        </p:nvSpPr>
        <p:spPr>
          <a:xfrm>
            <a:off x="8181332" y="4200000"/>
            <a:ext cx="3610666" cy="400000"/>
          </a:xfrm>
          <a:prstGeom prst="rect">
            <a:avLst/>
          </a:prstGeom>
          <a:noFill/>
        </p:spPr>
        <p:txBody>
          <a:bodyPr wrap="square">
            <a:spAutoFit/>
          </a:bodyPr>
          <a:lstStyle/>
          <a:p>
            <a:pPr algn="ctr"/>
            <a:r>
              <a:rPr sz="1600" b="0" i="1">
                <a:solidFill>
                  <a:srgbClr val="C8D4E6"/>
                </a:solidFill>
              </a:rPr>
              <a:t>Lucas' mother</a:t>
            </a:r>
          </a:p>
        </p:txBody>
      </p:sp>
      <p:sp>
        <p:nvSpPr>
          <p:cNvPr id="24" name="TextBox 23"/>
          <p:cNvSpPr txBox="1"/>
          <p:nvPr/>
        </p:nvSpPr>
        <p:spPr>
          <a:xfrm>
            <a:off x="8181332" y="5200000"/>
            <a:ext cx="3610666" cy="1400000"/>
          </a:xfrm>
          <a:prstGeom prst="rect">
            <a:avLst/>
          </a:prstGeom>
          <a:noFill/>
        </p:spPr>
        <p:txBody>
          <a:bodyPr wrap="square">
            <a:spAutoFit/>
          </a:bodyPr>
          <a:lstStyle/>
          <a:p>
            <a:pPr algn="ctr"/>
            <a:r>
              <a:rPr sz="1600">
                <a:solidFill>
                  <a:srgbClr val="FFFFFF"/>
                </a:solidFill>
              </a:rPr>
              <a:t>Native-language portal</a:t>
            </a:r>
          </a:p>
          <a:p>
            <a:pPr algn="ctr"/>
            <a:r>
              <a:rPr sz="1600">
                <a:solidFill>
                  <a:srgbClr val="FFFFFF"/>
                </a:solidFill>
              </a:rPr>
              <a:t>GDPR Art. 8 controls in one click</a:t>
            </a:r>
          </a:p>
          <a:p>
            <a:pPr algn="ctr"/>
            <a:r>
              <a:rPr sz="1600">
                <a:solidFill>
                  <a:srgbClr val="FFFFFF"/>
                </a:solidFill>
              </a:rPr>
              <a:t>Human teacher decides — by contract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Rectangle 2"/>
          <p:cNvSpPr/>
          <p:nvPr/>
        </p:nvSpPr>
        <p:spPr>
          <a:xfrm>
            <a:off x="0" y="0"/>
            <a:ext cx="12192000" cy="6858000"/>
          </a:xfrm>
          <a:prstGeom prst="rect">
            <a:avLst/>
          </a:prstGeom>
          <a:solidFill>
            <a:srgbClr val="122A4A"/>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Oval 3"/>
          <p:cNvSpPr/>
          <p:nvPr/>
        </p:nvSpPr>
        <p:spPr>
          <a:xfrm>
            <a:off x="9792000" y="-1200000"/>
            <a:ext cx="4400000" cy="4400000"/>
          </a:xfrm>
          <a:prstGeom prst="ellipse">
            <a:avLst/>
          </a:prstGeom>
          <a:solidFill>
            <a:srgbClr val="F28C00"/>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1400000" y="4258000"/>
            <a:ext cx="4000000" cy="4000000"/>
          </a:xfrm>
          <a:prstGeom prst="ellipse">
            <a:avLst/>
          </a:prstGeom>
          <a:solidFill>
            <a:srgbClr val="0E5A5A"/>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0000" y="280000"/>
            <a:ext cx="10992000" cy="540000"/>
          </a:xfrm>
          <a:prstGeom prst="rect">
            <a:avLst/>
          </a:prstGeom>
          <a:noFill/>
        </p:spPr>
        <p:txBody>
          <a:bodyPr wrap="square">
            <a:spAutoFit/>
          </a:bodyPr>
          <a:lstStyle/>
          <a:p>
            <a:pPr algn="ctr"/>
            <a:r>
              <a:rPr sz="3200" b="1" i="0">
                <a:solidFill>
                  <a:srgbClr val="FFFFFF"/>
                </a:solidFill>
              </a:rPr>
              <a:t>One platform. Three AIs. Zero data leaving the EU.</a:t>
            </a:r>
          </a:p>
        </p:txBody>
      </p:sp>
      <p:sp>
        <p:nvSpPr>
          <p:cNvPr id="7" name="TextBox 6"/>
          <p:cNvSpPr txBox="1"/>
          <p:nvPr/>
        </p:nvSpPr>
        <p:spPr>
          <a:xfrm>
            <a:off x="600000" y="820000"/>
            <a:ext cx="10992000" cy="480000"/>
          </a:xfrm>
          <a:prstGeom prst="rect">
            <a:avLst/>
          </a:prstGeom>
          <a:noFill/>
        </p:spPr>
        <p:txBody>
          <a:bodyPr wrap="square">
            <a:spAutoFit/>
          </a:bodyPr>
          <a:lstStyle/>
          <a:p>
            <a:pPr algn="ctr"/>
            <a:r>
              <a:rPr sz="2000" b="0" i="1">
                <a:solidFill>
                  <a:srgbClr val="C8D4E6"/>
                </a:solidFill>
              </a:rPr>
              <a:t>Built on 8 Azure services, all in scope</a:t>
            </a:r>
          </a:p>
        </p:txBody>
      </p:sp>
      <p:sp>
        <p:nvSpPr>
          <p:cNvPr id="8" name="Rounded Rectangle 7"/>
          <p:cNvSpPr/>
          <p:nvPr/>
        </p:nvSpPr>
        <p:spPr>
          <a:xfrm>
            <a:off x="600000" y="1500000"/>
            <a:ext cx="5356000" cy="2239000"/>
          </a:xfrm>
          <a:prstGeom prst="roundRect">
            <a:avLst/>
          </a:prstGeom>
          <a:solidFill>
            <a:srgbClr val="F28C00"/>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00000" y="1700000"/>
            <a:ext cx="5356000" cy="1119500"/>
          </a:xfrm>
          <a:prstGeom prst="rect">
            <a:avLst/>
          </a:prstGeom>
          <a:noFill/>
        </p:spPr>
        <p:txBody>
          <a:bodyPr wrap="square">
            <a:spAutoFit/>
          </a:bodyPr>
          <a:lstStyle/>
          <a:p>
            <a:pPr algn="ctr"/>
            <a:r>
              <a:rPr sz="9600" b="1" i="0">
                <a:solidFill>
                  <a:srgbClr val="FFFFFF"/>
                </a:solidFill>
              </a:rPr>
              <a:t>Adaptive</a:t>
            </a:r>
          </a:p>
        </p:txBody>
      </p:sp>
      <p:sp>
        <p:nvSpPr>
          <p:cNvPr id="10" name="TextBox 9"/>
          <p:cNvSpPr txBox="1"/>
          <p:nvPr/>
        </p:nvSpPr>
        <p:spPr>
          <a:xfrm>
            <a:off x="900000" y="3019500"/>
            <a:ext cx="4756000" cy="619500"/>
          </a:xfrm>
          <a:prstGeom prst="rect">
            <a:avLst/>
          </a:prstGeom>
          <a:noFill/>
        </p:spPr>
        <p:txBody>
          <a:bodyPr wrap="square">
            <a:spAutoFit/>
          </a:bodyPr>
          <a:lstStyle/>
          <a:p>
            <a:pPr algn="ctr"/>
            <a:r>
              <a:rPr sz="2000" b="0" i="1">
                <a:solidFill>
                  <a:srgbClr val="FFFFFF"/>
                </a:solidFill>
              </a:rPr>
              <a:t>on-device ONNX · federated · DP</a:t>
            </a:r>
          </a:p>
        </p:txBody>
      </p:sp>
      <p:sp>
        <p:nvSpPr>
          <p:cNvPr id="11" name="Rounded Rectangle 10"/>
          <p:cNvSpPr/>
          <p:nvPr/>
        </p:nvSpPr>
        <p:spPr>
          <a:xfrm>
            <a:off x="6236000" y="1500000"/>
            <a:ext cx="5356000" cy="2239000"/>
          </a:xfrm>
          <a:prstGeom prst="roundRect">
            <a:avLst/>
          </a:prstGeom>
          <a:solidFill>
            <a:srgbClr val="0E5A5A"/>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236000" y="1700000"/>
            <a:ext cx="5356000" cy="1119500"/>
          </a:xfrm>
          <a:prstGeom prst="rect">
            <a:avLst/>
          </a:prstGeom>
          <a:noFill/>
        </p:spPr>
        <p:txBody>
          <a:bodyPr wrap="square">
            <a:spAutoFit/>
          </a:bodyPr>
          <a:lstStyle/>
          <a:p>
            <a:pPr algn="ctr"/>
            <a:r>
              <a:rPr sz="9600" b="1" i="0">
                <a:solidFill>
                  <a:srgbClr val="FFFFFF"/>
                </a:solidFill>
              </a:rPr>
              <a:t>Localisation</a:t>
            </a:r>
          </a:p>
        </p:txBody>
      </p:sp>
      <p:sp>
        <p:nvSpPr>
          <p:cNvPr id="13" name="TextBox 12"/>
          <p:cNvSpPr txBox="1"/>
          <p:nvPr/>
        </p:nvSpPr>
        <p:spPr>
          <a:xfrm>
            <a:off x="6536000" y="3019500"/>
            <a:ext cx="4756000" cy="619500"/>
          </a:xfrm>
          <a:prstGeom prst="rect">
            <a:avLst/>
          </a:prstGeom>
          <a:noFill/>
        </p:spPr>
        <p:txBody>
          <a:bodyPr wrap="square">
            <a:spAutoFit/>
          </a:bodyPr>
          <a:lstStyle/>
          <a:p>
            <a:pPr algn="ctr"/>
            <a:r>
              <a:rPr sz="2000" b="0" i="1">
                <a:solidFill>
                  <a:srgbClr val="FFFFFF"/>
                </a:solidFill>
              </a:rPr>
              <a:t>Azure OpenAI · AI Search · RAG</a:t>
            </a:r>
          </a:p>
        </p:txBody>
      </p:sp>
      <p:sp>
        <p:nvSpPr>
          <p:cNvPr id="14" name="Rounded Rectangle 13"/>
          <p:cNvSpPr/>
          <p:nvPr/>
        </p:nvSpPr>
        <p:spPr>
          <a:xfrm>
            <a:off x="600000" y="4019000"/>
            <a:ext cx="5356000" cy="2239000"/>
          </a:xfrm>
          <a:prstGeom prst="roundRect">
            <a:avLst/>
          </a:prstGeom>
          <a:solidFill>
            <a:srgbClr val="122A4A"/>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00000" y="4219000"/>
            <a:ext cx="5356000" cy="1119500"/>
          </a:xfrm>
          <a:prstGeom prst="rect">
            <a:avLst/>
          </a:prstGeom>
          <a:noFill/>
        </p:spPr>
        <p:txBody>
          <a:bodyPr wrap="square">
            <a:spAutoFit/>
          </a:bodyPr>
          <a:lstStyle/>
          <a:p>
            <a:pPr algn="ctr"/>
            <a:r>
              <a:rPr sz="9600" b="1" i="0">
                <a:solidFill>
                  <a:srgbClr val="FFFFFF"/>
                </a:solidFill>
              </a:rPr>
              <a:t>Assessment</a:t>
            </a:r>
          </a:p>
        </p:txBody>
      </p:sp>
      <p:sp>
        <p:nvSpPr>
          <p:cNvPr id="16" name="TextBox 15"/>
          <p:cNvSpPr txBox="1"/>
          <p:nvPr/>
        </p:nvSpPr>
        <p:spPr>
          <a:xfrm>
            <a:off x="900000" y="5538500"/>
            <a:ext cx="4756000" cy="619500"/>
          </a:xfrm>
          <a:prstGeom prst="rect">
            <a:avLst/>
          </a:prstGeom>
          <a:noFill/>
        </p:spPr>
        <p:txBody>
          <a:bodyPr wrap="square">
            <a:spAutoFit/>
          </a:bodyPr>
          <a:lstStyle/>
          <a:p>
            <a:pPr algn="ctr"/>
            <a:r>
              <a:rPr sz="2000" b="0" i="1">
                <a:solidFill>
                  <a:srgbClr val="FFFFFF"/>
                </a:solidFill>
              </a:rPr>
              <a:t>structured grading · formative</a:t>
            </a:r>
          </a:p>
        </p:txBody>
      </p:sp>
      <p:sp>
        <p:nvSpPr>
          <p:cNvPr id="17" name="Rounded Rectangle 16"/>
          <p:cNvSpPr/>
          <p:nvPr/>
        </p:nvSpPr>
        <p:spPr>
          <a:xfrm>
            <a:off x="6236000" y="4019000"/>
            <a:ext cx="5356000" cy="2239000"/>
          </a:xfrm>
          <a:prstGeom prst="roundRect">
            <a:avLst/>
          </a:prstGeom>
          <a:solidFill>
            <a:srgbClr val="1F6B3A"/>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236000" y="4219000"/>
            <a:ext cx="5356000" cy="1119500"/>
          </a:xfrm>
          <a:prstGeom prst="rect">
            <a:avLst/>
          </a:prstGeom>
          <a:noFill/>
        </p:spPr>
        <p:txBody>
          <a:bodyPr wrap="square">
            <a:spAutoFit/>
          </a:bodyPr>
          <a:lstStyle/>
          <a:p>
            <a:pPr algn="ctr"/>
            <a:r>
              <a:rPr sz="9600" b="1" i="0">
                <a:solidFill>
                  <a:srgbClr val="FFFFFF"/>
                </a:solidFill>
              </a:rPr>
              <a:t>8 services</a:t>
            </a:r>
          </a:p>
        </p:txBody>
      </p:sp>
      <p:sp>
        <p:nvSpPr>
          <p:cNvPr id="19" name="TextBox 18"/>
          <p:cNvSpPr txBox="1"/>
          <p:nvPr/>
        </p:nvSpPr>
        <p:spPr>
          <a:xfrm>
            <a:off x="6536000" y="5538500"/>
            <a:ext cx="4756000" cy="619500"/>
          </a:xfrm>
          <a:prstGeom prst="rect">
            <a:avLst/>
          </a:prstGeom>
          <a:noFill/>
        </p:spPr>
        <p:txBody>
          <a:bodyPr wrap="square">
            <a:spAutoFit/>
          </a:bodyPr>
          <a:lstStyle/>
          <a:p>
            <a:pPr algn="ctr"/>
            <a:r>
              <a:rPr sz="2000" b="0" i="1">
                <a:solidFill>
                  <a:srgbClr val="FFFFFF"/>
                </a:solidFill>
              </a:rPr>
              <a:t>Azure EU regions only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Rectangle 2"/>
          <p:cNvSpPr/>
          <p:nvPr/>
        </p:nvSpPr>
        <p:spPr>
          <a:xfrm>
            <a:off x="0" y="0"/>
            <a:ext cx="12192000" cy="6858000"/>
          </a:xfrm>
          <a:prstGeom prst="rect">
            <a:avLst/>
          </a:prstGeom>
          <a:solidFill>
            <a:srgbClr val="F28C00"/>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Oval 3"/>
          <p:cNvSpPr/>
          <p:nvPr/>
        </p:nvSpPr>
        <p:spPr>
          <a:xfrm>
            <a:off x="9792000" y="-1200000"/>
            <a:ext cx="4400000" cy="4400000"/>
          </a:xfrm>
          <a:prstGeom prst="ellipse">
            <a:avLst/>
          </a:prstGeom>
          <a:solidFill>
            <a:srgbClr val="122A4A"/>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1400000" y="4258000"/>
            <a:ext cx="4000000" cy="4000000"/>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00000" y="800000"/>
            <a:ext cx="1400000" cy="1400000"/>
          </a:xfrm>
          <a:prstGeom prst="rect">
            <a:avLst/>
          </a:prstGeom>
          <a:noFill/>
        </p:spPr>
        <p:txBody>
          <a:bodyPr wrap="square">
            <a:spAutoFit/>
          </a:bodyPr>
          <a:lstStyle/>
          <a:p>
            <a:r>
              <a:rPr sz="22000" b="1" i="0">
                <a:solidFill>
                  <a:srgbClr val="F28C00"/>
                </a:solidFill>
              </a:rPr>
              <a:t>“</a:t>
            </a:r>
          </a:p>
        </p:txBody>
      </p:sp>
      <p:sp>
        <p:nvSpPr>
          <p:cNvPr id="7" name="TextBox 6"/>
          <p:cNvSpPr txBox="1"/>
          <p:nvPr/>
        </p:nvSpPr>
        <p:spPr>
          <a:xfrm>
            <a:off x="1200000" y="1900000"/>
            <a:ext cx="9792000" cy="3100000"/>
          </a:xfrm>
          <a:prstGeom prst="rect">
            <a:avLst/>
          </a:prstGeom>
          <a:noFill/>
        </p:spPr>
        <p:txBody>
          <a:bodyPr wrap="square">
            <a:spAutoFit/>
          </a:bodyPr>
          <a:lstStyle/>
          <a:p>
            <a:pPr algn="ctr"/>
            <a:r>
              <a:rPr sz="4400" b="0" i="0">
                <a:solidFill>
                  <a:srgbClr val="FFFFFF"/>
                </a:solidFill>
              </a:rPr>
              <a:t>Compliance is a release gate. Not an audit deliverable.</a:t>
            </a:r>
          </a:p>
        </p:txBody>
      </p:sp>
      <p:sp>
        <p:nvSpPr>
          <p:cNvPr id="8" name="TextBox 7"/>
          <p:cNvSpPr txBox="1"/>
          <p:nvPr/>
        </p:nvSpPr>
        <p:spPr>
          <a:xfrm>
            <a:off x="600000" y="5500000"/>
            <a:ext cx="10992000" cy="500000"/>
          </a:xfrm>
          <a:prstGeom prst="rect">
            <a:avLst/>
          </a:prstGeom>
          <a:noFill/>
        </p:spPr>
        <p:txBody>
          <a:bodyPr wrap="square">
            <a:spAutoFit/>
          </a:bodyPr>
          <a:lstStyle/>
          <a:p>
            <a:pPr algn="ctr"/>
            <a:r>
              <a:rPr sz="2200" b="0" i="1">
                <a:solidFill>
                  <a:srgbClr val="C8D4E6"/>
                </a:solidFill>
              </a:rPr>
              <a:t>— LearnEU SDLC principle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Rectangle 2"/>
          <p:cNvSpPr/>
          <p:nvPr/>
        </p:nvSpPr>
        <p:spPr>
          <a:xfrm>
            <a:off x="0" y="0"/>
            <a:ext cx="12192000" cy="6858000"/>
          </a:xfrm>
          <a:prstGeom prst="rect">
            <a:avLst/>
          </a:prstGeom>
          <a:solidFill>
            <a:srgbClr val="122A4A"/>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Oval 3"/>
          <p:cNvSpPr/>
          <p:nvPr/>
        </p:nvSpPr>
        <p:spPr>
          <a:xfrm>
            <a:off x="9792000" y="-1200000"/>
            <a:ext cx="4400000" cy="4400000"/>
          </a:xfrm>
          <a:prstGeom prst="ellipse">
            <a:avLst/>
          </a:prstGeom>
          <a:solidFill>
            <a:srgbClr val="F28C00"/>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1400000" y="4258000"/>
            <a:ext cx="4000000" cy="4000000"/>
          </a:xfrm>
          <a:prstGeom prst="ellipse">
            <a:avLst/>
          </a:prstGeom>
          <a:solidFill>
            <a:srgbClr val="0E5A5A"/>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00000" y="800000"/>
            <a:ext cx="1400000" cy="1400000"/>
          </a:xfrm>
          <a:prstGeom prst="rect">
            <a:avLst/>
          </a:prstGeom>
          <a:noFill/>
        </p:spPr>
        <p:txBody>
          <a:bodyPr wrap="square">
            <a:spAutoFit/>
          </a:bodyPr>
          <a:lstStyle/>
          <a:p>
            <a:r>
              <a:rPr sz="22000" b="1" i="0">
                <a:solidFill>
                  <a:srgbClr val="F28C00"/>
                </a:solidFill>
              </a:rPr>
              <a:t>“</a:t>
            </a:r>
          </a:p>
        </p:txBody>
      </p:sp>
      <p:sp>
        <p:nvSpPr>
          <p:cNvPr id="7" name="TextBox 6"/>
          <p:cNvSpPr txBox="1"/>
          <p:nvPr/>
        </p:nvSpPr>
        <p:spPr>
          <a:xfrm>
            <a:off x="1200000" y="1900000"/>
            <a:ext cx="9792000" cy="3100000"/>
          </a:xfrm>
          <a:prstGeom prst="rect">
            <a:avLst/>
          </a:prstGeom>
          <a:noFill/>
        </p:spPr>
        <p:txBody>
          <a:bodyPr wrap="square">
            <a:spAutoFit/>
          </a:bodyPr>
          <a:lstStyle/>
          <a:p>
            <a:pPr algn="ctr"/>
            <a:r>
              <a:rPr sz="4400" b="0" i="0">
                <a:solidFill>
                  <a:srgbClr val="FFFFFF"/>
                </a:solidFill>
              </a:rPr>
              <a:t>No autonomous decision touches a learner. Ever.</a:t>
            </a:r>
          </a:p>
        </p:txBody>
      </p:sp>
      <p:sp>
        <p:nvSpPr>
          <p:cNvPr id="8" name="TextBox 7"/>
          <p:cNvSpPr txBox="1"/>
          <p:nvPr/>
        </p:nvSpPr>
        <p:spPr>
          <a:xfrm>
            <a:off x="600000" y="5500000"/>
            <a:ext cx="10992000" cy="500000"/>
          </a:xfrm>
          <a:prstGeom prst="rect">
            <a:avLst/>
          </a:prstGeom>
          <a:noFill/>
        </p:spPr>
        <p:txBody>
          <a:bodyPr wrap="square">
            <a:spAutoFit/>
          </a:bodyPr>
          <a:lstStyle/>
          <a:p>
            <a:pPr algn="ctr"/>
            <a:r>
              <a:rPr sz="2200" b="0" i="1">
                <a:solidFill>
                  <a:srgbClr val="C8D4E6"/>
                </a:solidFill>
              </a:rPr>
              <a:t>— Responsible AI Council charter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Rectangle 2"/>
          <p:cNvSpPr/>
          <p:nvPr/>
        </p:nvSpPr>
        <p:spPr>
          <a:xfrm>
            <a:off x="0" y="0"/>
            <a:ext cx="12192000" cy="6858000"/>
          </a:xfrm>
          <a:prstGeom prst="rect">
            <a:avLst/>
          </a:prstGeom>
          <a:solidFill>
            <a:srgbClr val="0E5A5A"/>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Oval 3"/>
          <p:cNvSpPr/>
          <p:nvPr/>
        </p:nvSpPr>
        <p:spPr>
          <a:xfrm>
            <a:off x="9792000" y="-1200000"/>
            <a:ext cx="4400000" cy="4400000"/>
          </a:xfrm>
          <a:prstGeom prst="ellipse">
            <a:avLst/>
          </a:prstGeom>
          <a:solidFill>
            <a:srgbClr val="F28C00"/>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1400000" y="4258000"/>
            <a:ext cx="4000000" cy="4000000"/>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0000" y="280000"/>
            <a:ext cx="10992000" cy="540000"/>
          </a:xfrm>
          <a:prstGeom prst="rect">
            <a:avLst/>
          </a:prstGeom>
          <a:noFill/>
        </p:spPr>
        <p:txBody>
          <a:bodyPr wrap="square">
            <a:spAutoFit/>
          </a:bodyPr>
          <a:lstStyle/>
          <a:p>
            <a:pPr algn="ctr"/>
            <a:r>
              <a:rPr sz="3200" b="1" i="0">
                <a:solidFill>
                  <a:srgbClr val="FFFFFF"/>
                </a:solidFill>
              </a:rPr>
              <a:t>Less data. Better governed. Never re-identifiable.</a:t>
            </a:r>
          </a:p>
        </p:txBody>
      </p:sp>
      <p:sp>
        <p:nvSpPr>
          <p:cNvPr id="7" name="TextBox 6"/>
          <p:cNvSpPr txBox="1"/>
          <p:nvPr/>
        </p:nvSpPr>
        <p:spPr>
          <a:xfrm>
            <a:off x="600000" y="820000"/>
            <a:ext cx="10992000" cy="480000"/>
          </a:xfrm>
          <a:prstGeom prst="rect">
            <a:avLst/>
          </a:prstGeom>
          <a:noFill/>
        </p:spPr>
        <p:txBody>
          <a:bodyPr wrap="square">
            <a:spAutoFit/>
          </a:bodyPr>
          <a:lstStyle/>
          <a:p>
            <a:pPr algn="ctr"/>
            <a:r>
              <a:rPr sz="2000" b="0" i="1">
                <a:solidFill>
                  <a:srgbClr val="C8D4E6"/>
                </a:solidFill>
              </a:rPr>
              <a:t>Lakehouse + Purview + customer-managed keys, end-to-end</a:t>
            </a:r>
          </a:p>
        </p:txBody>
      </p:sp>
      <p:sp>
        <p:nvSpPr>
          <p:cNvPr id="8" name="Rounded Rectangle 7"/>
          <p:cNvSpPr/>
          <p:nvPr/>
        </p:nvSpPr>
        <p:spPr>
          <a:xfrm>
            <a:off x="600000" y="1500000"/>
            <a:ext cx="5356000" cy="2239000"/>
          </a:xfrm>
          <a:prstGeom prst="roundRect">
            <a:avLst/>
          </a:prstGeom>
          <a:solidFill>
            <a:srgbClr val="F28C00"/>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00000" y="1700000"/>
            <a:ext cx="5356000" cy="1119500"/>
          </a:xfrm>
          <a:prstGeom prst="rect">
            <a:avLst/>
          </a:prstGeom>
          <a:noFill/>
        </p:spPr>
        <p:txBody>
          <a:bodyPr wrap="square">
            <a:spAutoFit/>
          </a:bodyPr>
          <a:lstStyle/>
          <a:p>
            <a:pPr algn="ctr"/>
            <a:r>
              <a:rPr sz="9600" b="1" i="0">
                <a:solidFill>
                  <a:srgbClr val="FFFFFF"/>
                </a:solidFill>
              </a:rPr>
              <a:t>0 PII</a:t>
            </a:r>
          </a:p>
        </p:txBody>
      </p:sp>
      <p:sp>
        <p:nvSpPr>
          <p:cNvPr id="10" name="TextBox 9"/>
          <p:cNvSpPr txBox="1"/>
          <p:nvPr/>
        </p:nvSpPr>
        <p:spPr>
          <a:xfrm>
            <a:off x="900000" y="3019500"/>
            <a:ext cx="4756000" cy="619500"/>
          </a:xfrm>
          <a:prstGeom prst="rect">
            <a:avLst/>
          </a:prstGeom>
          <a:noFill/>
        </p:spPr>
        <p:txBody>
          <a:bodyPr wrap="square">
            <a:spAutoFit/>
          </a:bodyPr>
          <a:lstStyle/>
          <a:p>
            <a:pPr algn="ctr"/>
            <a:r>
              <a:rPr sz="2000" b="0" i="1">
                <a:solidFill>
                  <a:srgbClr val="FFFFFF"/>
                </a:solidFill>
              </a:rPr>
              <a:t>in Gold aggregates · ever</a:t>
            </a:r>
          </a:p>
        </p:txBody>
      </p:sp>
      <p:sp>
        <p:nvSpPr>
          <p:cNvPr id="11" name="Rounded Rectangle 10"/>
          <p:cNvSpPr/>
          <p:nvPr/>
        </p:nvSpPr>
        <p:spPr>
          <a:xfrm>
            <a:off x="6236000" y="1500000"/>
            <a:ext cx="5356000" cy="2239000"/>
          </a:xfrm>
          <a:prstGeom prst="roundRect">
            <a:avLst/>
          </a:prstGeom>
          <a:solidFill>
            <a:srgbClr val="0E5A5A"/>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236000" y="1700000"/>
            <a:ext cx="5356000" cy="1119500"/>
          </a:xfrm>
          <a:prstGeom prst="rect">
            <a:avLst/>
          </a:prstGeom>
          <a:noFill/>
        </p:spPr>
        <p:txBody>
          <a:bodyPr wrap="square">
            <a:spAutoFit/>
          </a:bodyPr>
          <a:lstStyle/>
          <a:p>
            <a:pPr algn="ctr"/>
            <a:r>
              <a:rPr sz="9600" b="1" i="0">
                <a:solidFill>
                  <a:srgbClr val="FFFFFF"/>
                </a:solidFill>
              </a:rPr>
              <a:t>30 days</a:t>
            </a:r>
          </a:p>
        </p:txBody>
      </p:sp>
      <p:sp>
        <p:nvSpPr>
          <p:cNvPr id="13" name="TextBox 12"/>
          <p:cNvSpPr txBox="1"/>
          <p:nvPr/>
        </p:nvSpPr>
        <p:spPr>
          <a:xfrm>
            <a:off x="6536000" y="3019500"/>
            <a:ext cx="4756000" cy="619500"/>
          </a:xfrm>
          <a:prstGeom prst="rect">
            <a:avLst/>
          </a:prstGeom>
          <a:noFill/>
        </p:spPr>
        <p:txBody>
          <a:bodyPr wrap="square">
            <a:spAutoFit/>
          </a:bodyPr>
          <a:lstStyle/>
          <a:p>
            <a:pPr algn="ctr"/>
            <a:r>
              <a:rPr sz="2000" b="0" i="1">
                <a:solidFill>
                  <a:srgbClr val="FFFFFF"/>
                </a:solidFill>
              </a:rPr>
              <a:t>erasure SLA · automated · evidenced</a:t>
            </a:r>
          </a:p>
        </p:txBody>
      </p:sp>
      <p:sp>
        <p:nvSpPr>
          <p:cNvPr id="14" name="Rounded Rectangle 13"/>
          <p:cNvSpPr/>
          <p:nvPr/>
        </p:nvSpPr>
        <p:spPr>
          <a:xfrm>
            <a:off x="600000" y="4019000"/>
            <a:ext cx="5356000" cy="2239000"/>
          </a:xfrm>
          <a:prstGeom prst="roundRect">
            <a:avLst/>
          </a:prstGeom>
          <a:solidFill>
            <a:srgbClr val="122A4A"/>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00000" y="4219000"/>
            <a:ext cx="5356000" cy="1119500"/>
          </a:xfrm>
          <a:prstGeom prst="rect">
            <a:avLst/>
          </a:prstGeom>
          <a:noFill/>
        </p:spPr>
        <p:txBody>
          <a:bodyPr wrap="square">
            <a:spAutoFit/>
          </a:bodyPr>
          <a:lstStyle/>
          <a:p>
            <a:pPr algn="ctr"/>
            <a:r>
              <a:rPr sz="9600" b="1" i="0">
                <a:solidFill>
                  <a:srgbClr val="FFFFFF"/>
                </a:solidFill>
              </a:rPr>
              <a:t>100% CMK</a:t>
            </a:r>
          </a:p>
        </p:txBody>
      </p:sp>
      <p:sp>
        <p:nvSpPr>
          <p:cNvPr id="16" name="TextBox 15"/>
          <p:cNvSpPr txBox="1"/>
          <p:nvPr/>
        </p:nvSpPr>
        <p:spPr>
          <a:xfrm>
            <a:off x="900000" y="5538500"/>
            <a:ext cx="4756000" cy="619500"/>
          </a:xfrm>
          <a:prstGeom prst="rect">
            <a:avLst/>
          </a:prstGeom>
          <a:noFill/>
        </p:spPr>
        <p:txBody>
          <a:bodyPr wrap="square">
            <a:spAutoFit/>
          </a:bodyPr>
          <a:lstStyle/>
          <a:p>
            <a:pPr algn="ctr"/>
            <a:r>
              <a:rPr sz="2000" b="0" i="1">
                <a:solidFill>
                  <a:srgbClr val="FFFFFF"/>
                </a:solidFill>
              </a:rPr>
              <a:t>own your keys · own your audit</a:t>
            </a:r>
          </a:p>
        </p:txBody>
      </p:sp>
      <p:sp>
        <p:nvSpPr>
          <p:cNvPr id="17" name="Rounded Rectangle 16"/>
          <p:cNvSpPr/>
          <p:nvPr/>
        </p:nvSpPr>
        <p:spPr>
          <a:xfrm>
            <a:off x="6236000" y="4019000"/>
            <a:ext cx="5356000" cy="2239000"/>
          </a:xfrm>
          <a:prstGeom prst="roundRect">
            <a:avLst/>
          </a:prstGeom>
          <a:solidFill>
            <a:srgbClr val="1F6B3A"/>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236000" y="4219000"/>
            <a:ext cx="5356000" cy="1119500"/>
          </a:xfrm>
          <a:prstGeom prst="rect">
            <a:avLst/>
          </a:prstGeom>
          <a:noFill/>
        </p:spPr>
        <p:txBody>
          <a:bodyPr wrap="square">
            <a:spAutoFit/>
          </a:bodyPr>
          <a:lstStyle/>
          <a:p>
            <a:pPr algn="ctr"/>
            <a:r>
              <a:rPr sz="9600" b="1" i="0">
                <a:solidFill>
                  <a:srgbClr val="FFFFFF"/>
                </a:solidFill>
              </a:rPr>
              <a:t>3 EU regions</a:t>
            </a:r>
          </a:p>
        </p:txBody>
      </p:sp>
      <p:sp>
        <p:nvSpPr>
          <p:cNvPr id="19" name="TextBox 18"/>
          <p:cNvSpPr txBox="1"/>
          <p:nvPr/>
        </p:nvSpPr>
        <p:spPr>
          <a:xfrm>
            <a:off x="6536000" y="5538500"/>
            <a:ext cx="4756000" cy="619500"/>
          </a:xfrm>
          <a:prstGeom prst="rect">
            <a:avLst/>
          </a:prstGeom>
          <a:noFill/>
        </p:spPr>
        <p:txBody>
          <a:bodyPr wrap="square">
            <a:spAutoFit/>
          </a:bodyPr>
          <a:lstStyle/>
          <a:p>
            <a:pPr algn="ctr"/>
            <a:r>
              <a:rPr sz="2000" b="0" i="1">
                <a:solidFill>
                  <a:srgbClr val="FFFFFF"/>
                </a:solidFill>
              </a:rPr>
              <a:t>West Europe · Germany · Poland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Rectangle 2"/>
          <p:cNvSpPr/>
          <p:nvPr/>
        </p:nvSpPr>
        <p:spPr>
          <a:xfrm>
            <a:off x="0" y="0"/>
            <a:ext cx="12192000" cy="6858000"/>
          </a:xfrm>
          <a:prstGeom prst="rect">
            <a:avLst/>
          </a:prstGeom>
          <a:solidFill>
            <a:srgbClr val="F28C00"/>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Oval 3"/>
          <p:cNvSpPr/>
          <p:nvPr/>
        </p:nvSpPr>
        <p:spPr>
          <a:xfrm>
            <a:off x="9792000" y="-1200000"/>
            <a:ext cx="4400000" cy="4400000"/>
          </a:xfrm>
          <a:prstGeom prst="ellipse">
            <a:avLst/>
          </a:prstGeom>
          <a:solidFill>
            <a:srgbClr val="122A4A"/>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1400000" y="4258000"/>
            <a:ext cx="4000000" cy="4000000"/>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0000" y="2300000"/>
            <a:ext cx="10992000" cy="2100000"/>
          </a:xfrm>
          <a:prstGeom prst="rect">
            <a:avLst/>
          </a:prstGeom>
          <a:noFill/>
        </p:spPr>
        <p:txBody>
          <a:bodyPr wrap="square">
            <a:spAutoFit/>
          </a:bodyPr>
          <a:lstStyle/>
          <a:p>
            <a:pPr algn="ctr"/>
            <a:r>
              <a:rPr sz="7200" b="1" i="0">
                <a:solidFill>
                  <a:srgbClr val="FFFFFF"/>
                </a:solidFill>
              </a:rPr>
              <a:t>EU only. By design. By contract.</a:t>
            </a:r>
          </a:p>
        </p:txBody>
      </p:sp>
      <p:sp>
        <p:nvSpPr>
          <p:cNvPr id="7" name="TextBox 6"/>
          <p:cNvSpPr txBox="1"/>
          <p:nvPr/>
        </p:nvSpPr>
        <p:spPr>
          <a:xfrm>
            <a:off x="600000" y="4400000"/>
            <a:ext cx="10992000" cy="700000"/>
          </a:xfrm>
          <a:prstGeom prst="rect">
            <a:avLst/>
          </a:prstGeom>
          <a:noFill/>
        </p:spPr>
        <p:txBody>
          <a:bodyPr wrap="square">
            <a:spAutoFit/>
          </a:bodyPr>
          <a:lstStyle/>
          <a:p>
            <a:pPr algn="ctr"/>
            <a:r>
              <a:rPr sz="2600" b="0" i="1">
                <a:solidFill>
                  <a:srgbClr val="C8D4E6"/>
                </a:solidFill>
              </a:rPr>
              <a:t>Zero-trust · Private Endpoints · CMK · Confidential Computing · WORM audit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Rectangle 2"/>
          <p:cNvSpPr/>
          <p:nvPr/>
        </p:nvSpPr>
        <p:spPr>
          <a:xfrm>
            <a:off x="0" y="0"/>
            <a:ext cx="12192000" cy="6858000"/>
          </a:xfrm>
          <a:prstGeom prst="rect">
            <a:avLst/>
          </a:prstGeom>
          <a:solidFill>
            <a:srgbClr val="B23A6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Oval 3"/>
          <p:cNvSpPr/>
          <p:nvPr/>
        </p:nvSpPr>
        <p:spPr>
          <a:xfrm>
            <a:off x="9792000" y="-1200000"/>
            <a:ext cx="4400000" cy="4400000"/>
          </a:xfrm>
          <a:prstGeom prst="ellipse">
            <a:avLst/>
          </a:prstGeom>
          <a:solidFill>
            <a:srgbClr val="F28C00"/>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1400000" y="4258000"/>
            <a:ext cx="4000000" cy="4000000"/>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00000" y="800000"/>
            <a:ext cx="1400000" cy="1400000"/>
          </a:xfrm>
          <a:prstGeom prst="rect">
            <a:avLst/>
          </a:prstGeom>
          <a:noFill/>
        </p:spPr>
        <p:txBody>
          <a:bodyPr wrap="square">
            <a:spAutoFit/>
          </a:bodyPr>
          <a:lstStyle/>
          <a:p>
            <a:r>
              <a:rPr sz="22000" b="1" i="0">
                <a:solidFill>
                  <a:srgbClr val="F28C00"/>
                </a:solidFill>
              </a:rPr>
              <a:t>“</a:t>
            </a:r>
          </a:p>
        </p:txBody>
      </p:sp>
      <p:sp>
        <p:nvSpPr>
          <p:cNvPr id="7" name="TextBox 6"/>
          <p:cNvSpPr txBox="1"/>
          <p:nvPr/>
        </p:nvSpPr>
        <p:spPr>
          <a:xfrm>
            <a:off x="1200000" y="1900000"/>
            <a:ext cx="9792000" cy="3100000"/>
          </a:xfrm>
          <a:prstGeom prst="rect">
            <a:avLst/>
          </a:prstGeom>
          <a:noFill/>
        </p:spPr>
        <p:txBody>
          <a:bodyPr wrap="square">
            <a:spAutoFit/>
          </a:bodyPr>
          <a:lstStyle/>
          <a:p>
            <a:pPr algn="ctr"/>
            <a:r>
              <a:rPr sz="4400" b="0" i="0">
                <a:solidFill>
                  <a:srgbClr val="FFFFFF"/>
                </a:solidFill>
              </a:rPr>
              <a:t>Teachers are the product team — not the test cohort.</a:t>
            </a:r>
          </a:p>
        </p:txBody>
      </p:sp>
      <p:sp>
        <p:nvSpPr>
          <p:cNvPr id="8" name="TextBox 7"/>
          <p:cNvSpPr txBox="1"/>
          <p:nvPr/>
        </p:nvSpPr>
        <p:spPr>
          <a:xfrm>
            <a:off x="600000" y="5500000"/>
            <a:ext cx="10992000" cy="500000"/>
          </a:xfrm>
          <a:prstGeom prst="rect">
            <a:avLst/>
          </a:prstGeom>
          <a:noFill/>
        </p:spPr>
        <p:txBody>
          <a:bodyPr wrap="square">
            <a:spAutoFit/>
          </a:bodyPr>
          <a:lstStyle/>
          <a:p>
            <a:pPr algn="ctr"/>
            <a:r>
              <a:rPr sz="2200" b="0" i="1">
                <a:solidFill>
                  <a:srgbClr val="C8D4E6"/>
                </a:solidFill>
              </a:rPr>
              <a:t>— LearnEU adoption principle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Rectangle 2"/>
          <p:cNvSpPr/>
          <p:nvPr/>
        </p:nvSpPr>
        <p:spPr>
          <a:xfrm>
            <a:off x="0" y="0"/>
            <a:ext cx="12192000" cy="6858000"/>
          </a:xfrm>
          <a:prstGeom prst="rect">
            <a:avLst/>
          </a:prstGeom>
          <a:solidFill>
            <a:srgbClr val="0E5A5A"/>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Oval 3"/>
          <p:cNvSpPr/>
          <p:nvPr/>
        </p:nvSpPr>
        <p:spPr>
          <a:xfrm>
            <a:off x="9792000" y="-1200000"/>
            <a:ext cx="4400000" cy="4400000"/>
          </a:xfrm>
          <a:prstGeom prst="ellipse">
            <a:avLst/>
          </a:prstGeom>
          <a:solidFill>
            <a:srgbClr val="F28C00"/>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1400000" y="4258000"/>
            <a:ext cx="4000000" cy="4000000"/>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0000" y="280000"/>
            <a:ext cx="10992000" cy="540000"/>
          </a:xfrm>
          <a:prstGeom prst="rect">
            <a:avLst/>
          </a:prstGeom>
          <a:noFill/>
        </p:spPr>
        <p:txBody>
          <a:bodyPr wrap="square">
            <a:spAutoFit/>
          </a:bodyPr>
          <a:lstStyle/>
          <a:p>
            <a:pPr algn="ctr"/>
            <a:r>
              <a:rPr sz="3200" b="1" i="0">
                <a:solidFill>
                  <a:srgbClr val="FFFFFF"/>
                </a:solidFill>
              </a:rPr>
              <a:t>Five markets. One pipeline. Six weeks each.</a:t>
            </a:r>
          </a:p>
        </p:txBody>
      </p:sp>
      <p:sp>
        <p:nvSpPr>
          <p:cNvPr id="7" name="TextBox 6"/>
          <p:cNvSpPr txBox="1"/>
          <p:nvPr/>
        </p:nvSpPr>
        <p:spPr>
          <a:xfrm>
            <a:off x="600000" y="820000"/>
            <a:ext cx="10992000" cy="480000"/>
          </a:xfrm>
          <a:prstGeom prst="rect">
            <a:avLst/>
          </a:prstGeom>
          <a:noFill/>
        </p:spPr>
        <p:txBody>
          <a:bodyPr wrap="square">
            <a:spAutoFit/>
          </a:bodyPr>
          <a:lstStyle/>
          <a:p>
            <a:pPr algn="ctr"/>
            <a:r>
              <a:rPr sz="2000" b="0" i="1">
                <a:solidFill>
                  <a:srgbClr val="C8D4E6"/>
                </a:solidFill>
              </a:rPr>
              <a:t>NL → DE → BE/PL/RO, pedagogy-led, ministry-aligned</a:t>
            </a:r>
          </a:p>
        </p:txBody>
      </p:sp>
      <p:sp>
        <p:nvSpPr>
          <p:cNvPr id="8" name="Rounded Rectangle 7"/>
          <p:cNvSpPr/>
          <p:nvPr/>
        </p:nvSpPr>
        <p:spPr>
          <a:xfrm>
            <a:off x="600000" y="1500000"/>
            <a:ext cx="5356000" cy="2239000"/>
          </a:xfrm>
          <a:prstGeom prst="roundRect">
            <a:avLst/>
          </a:prstGeom>
          <a:solidFill>
            <a:srgbClr val="F28C00"/>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00000" y="1700000"/>
            <a:ext cx="5356000" cy="1119500"/>
          </a:xfrm>
          <a:prstGeom prst="rect">
            <a:avLst/>
          </a:prstGeom>
          <a:noFill/>
        </p:spPr>
        <p:txBody>
          <a:bodyPr wrap="square">
            <a:spAutoFit/>
          </a:bodyPr>
          <a:lstStyle/>
          <a:p>
            <a:pPr algn="ctr"/>
            <a:r>
              <a:rPr sz="9600" b="1" i="0">
                <a:solidFill>
                  <a:srgbClr val="FFFFFF"/>
                </a:solidFill>
              </a:rPr>
              <a:t>NL · M5</a:t>
            </a:r>
          </a:p>
        </p:txBody>
      </p:sp>
      <p:sp>
        <p:nvSpPr>
          <p:cNvPr id="10" name="TextBox 9"/>
          <p:cNvSpPr txBox="1"/>
          <p:nvPr/>
        </p:nvSpPr>
        <p:spPr>
          <a:xfrm>
            <a:off x="900000" y="3019500"/>
            <a:ext cx="4756000" cy="619500"/>
          </a:xfrm>
          <a:prstGeom prst="rect">
            <a:avLst/>
          </a:prstGeom>
          <a:noFill/>
        </p:spPr>
        <p:txBody>
          <a:bodyPr wrap="square">
            <a:spAutoFit/>
          </a:bodyPr>
          <a:lstStyle/>
          <a:p>
            <a:pPr algn="ctr"/>
            <a:r>
              <a:rPr sz="2000" b="0" i="1">
                <a:solidFill>
                  <a:srgbClr val="FFFFFF"/>
                </a:solidFill>
              </a:rPr>
              <a:t>pilot · 20 schools · KPI proof</a:t>
            </a:r>
          </a:p>
        </p:txBody>
      </p:sp>
      <p:sp>
        <p:nvSpPr>
          <p:cNvPr id="11" name="Rounded Rectangle 10"/>
          <p:cNvSpPr/>
          <p:nvPr/>
        </p:nvSpPr>
        <p:spPr>
          <a:xfrm>
            <a:off x="6236000" y="1500000"/>
            <a:ext cx="5356000" cy="2239000"/>
          </a:xfrm>
          <a:prstGeom prst="roundRect">
            <a:avLst/>
          </a:prstGeom>
          <a:solidFill>
            <a:srgbClr val="0E5A5A"/>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236000" y="1700000"/>
            <a:ext cx="5356000" cy="1119500"/>
          </a:xfrm>
          <a:prstGeom prst="rect">
            <a:avLst/>
          </a:prstGeom>
          <a:noFill/>
        </p:spPr>
        <p:txBody>
          <a:bodyPr wrap="square">
            <a:spAutoFit/>
          </a:bodyPr>
          <a:lstStyle/>
          <a:p>
            <a:pPr algn="ctr"/>
            <a:r>
              <a:rPr sz="9600" b="1" i="0">
                <a:solidFill>
                  <a:srgbClr val="FFFFFF"/>
                </a:solidFill>
              </a:rPr>
              <a:t>DE · M8</a:t>
            </a:r>
          </a:p>
        </p:txBody>
      </p:sp>
      <p:sp>
        <p:nvSpPr>
          <p:cNvPr id="13" name="TextBox 12"/>
          <p:cNvSpPr txBox="1"/>
          <p:nvPr/>
        </p:nvSpPr>
        <p:spPr>
          <a:xfrm>
            <a:off x="6536000" y="3019500"/>
            <a:ext cx="4756000" cy="619500"/>
          </a:xfrm>
          <a:prstGeom prst="rect">
            <a:avLst/>
          </a:prstGeom>
          <a:noFill/>
        </p:spPr>
        <p:txBody>
          <a:bodyPr wrap="square">
            <a:spAutoFit/>
          </a:bodyPr>
          <a:lstStyle/>
          <a:p>
            <a:pPr algn="ctr"/>
            <a:r>
              <a:rPr sz="2000" b="0" i="1">
                <a:solidFill>
                  <a:srgbClr val="FFFFFF"/>
                </a:solidFill>
              </a:rPr>
              <a:t>50+ schools · CE marked</a:t>
            </a:r>
          </a:p>
        </p:txBody>
      </p:sp>
      <p:sp>
        <p:nvSpPr>
          <p:cNvPr id="14" name="Rounded Rectangle 13"/>
          <p:cNvSpPr/>
          <p:nvPr/>
        </p:nvSpPr>
        <p:spPr>
          <a:xfrm>
            <a:off x="600000" y="4019000"/>
            <a:ext cx="5356000" cy="2239000"/>
          </a:xfrm>
          <a:prstGeom prst="roundRect">
            <a:avLst/>
          </a:prstGeom>
          <a:solidFill>
            <a:srgbClr val="122A4A"/>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00000" y="4219000"/>
            <a:ext cx="5356000" cy="1119500"/>
          </a:xfrm>
          <a:prstGeom prst="rect">
            <a:avLst/>
          </a:prstGeom>
          <a:noFill/>
        </p:spPr>
        <p:txBody>
          <a:bodyPr wrap="square">
            <a:spAutoFit/>
          </a:bodyPr>
          <a:lstStyle/>
          <a:p>
            <a:pPr algn="ctr"/>
            <a:r>
              <a:rPr sz="9600" b="1" i="0">
                <a:solidFill>
                  <a:srgbClr val="FFFFFF"/>
                </a:solidFill>
              </a:rPr>
              <a:t>BE/PL/RO · M10</a:t>
            </a:r>
          </a:p>
        </p:txBody>
      </p:sp>
      <p:sp>
        <p:nvSpPr>
          <p:cNvPr id="16" name="TextBox 15"/>
          <p:cNvSpPr txBox="1"/>
          <p:nvPr/>
        </p:nvSpPr>
        <p:spPr>
          <a:xfrm>
            <a:off x="900000" y="5538500"/>
            <a:ext cx="4756000" cy="619500"/>
          </a:xfrm>
          <a:prstGeom prst="rect">
            <a:avLst/>
          </a:prstGeom>
          <a:noFill/>
        </p:spPr>
        <p:txBody>
          <a:bodyPr wrap="square">
            <a:spAutoFit/>
          </a:bodyPr>
          <a:lstStyle/>
          <a:p>
            <a:pPr algn="ctr"/>
            <a:r>
              <a:rPr sz="2000" b="0" i="1">
                <a:solidFill>
                  <a:srgbClr val="FFFFFF"/>
                </a:solidFill>
              </a:rPr>
              <a:t>choose 2 on ministry traction</a:t>
            </a:r>
          </a:p>
        </p:txBody>
      </p:sp>
      <p:sp>
        <p:nvSpPr>
          <p:cNvPr id="17" name="Rounded Rectangle 16"/>
          <p:cNvSpPr/>
          <p:nvPr/>
        </p:nvSpPr>
        <p:spPr>
          <a:xfrm>
            <a:off x="6236000" y="4019000"/>
            <a:ext cx="5356000" cy="2239000"/>
          </a:xfrm>
          <a:prstGeom prst="roundRect">
            <a:avLst/>
          </a:prstGeom>
          <a:solidFill>
            <a:srgbClr val="1F6B3A"/>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236000" y="4219000"/>
            <a:ext cx="5356000" cy="1119500"/>
          </a:xfrm>
          <a:prstGeom prst="rect">
            <a:avLst/>
          </a:prstGeom>
          <a:noFill/>
        </p:spPr>
        <p:txBody>
          <a:bodyPr wrap="square">
            <a:spAutoFit/>
          </a:bodyPr>
          <a:lstStyle/>
          <a:p>
            <a:pPr algn="ctr"/>
            <a:r>
              <a:rPr sz="9600" b="1" i="0">
                <a:solidFill>
                  <a:srgbClr val="FFFFFF"/>
                </a:solidFill>
              </a:rPr>
              <a:t>6 weeks</a:t>
            </a:r>
          </a:p>
        </p:txBody>
      </p:sp>
      <p:sp>
        <p:nvSpPr>
          <p:cNvPr id="19" name="TextBox 18"/>
          <p:cNvSpPr txBox="1"/>
          <p:nvPr/>
        </p:nvSpPr>
        <p:spPr>
          <a:xfrm>
            <a:off x="6536000" y="5538500"/>
            <a:ext cx="4756000" cy="619500"/>
          </a:xfrm>
          <a:prstGeom prst="rect">
            <a:avLst/>
          </a:prstGeom>
          <a:noFill/>
        </p:spPr>
        <p:txBody>
          <a:bodyPr wrap="square">
            <a:spAutoFit/>
          </a:bodyPr>
          <a:lstStyle/>
          <a:p>
            <a:pPr algn="ctr"/>
            <a:r>
              <a:rPr sz="2000" b="0" i="1">
                <a:solidFill>
                  <a:srgbClr val="FFFFFF"/>
                </a:solidFill>
              </a:rPr>
              <a:t>localisation per market, every market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Rectangle 2"/>
          <p:cNvSpPr/>
          <p:nvPr/>
        </p:nvSpPr>
        <p:spPr>
          <a:xfrm>
            <a:off x="0" y="0"/>
            <a:ext cx="12192000" cy="6858000"/>
          </a:xfrm>
          <a:prstGeom prst="rect">
            <a:avLst/>
          </a:prstGeom>
          <a:solidFill>
            <a:srgbClr val="0F1B2D"/>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Oval 3"/>
          <p:cNvSpPr/>
          <p:nvPr/>
        </p:nvSpPr>
        <p:spPr>
          <a:xfrm>
            <a:off x="9792000" y="-1200000"/>
            <a:ext cx="4400000" cy="4400000"/>
          </a:xfrm>
          <a:prstGeom prst="ellipse">
            <a:avLst/>
          </a:prstGeom>
          <a:solidFill>
            <a:srgbClr val="122A4A"/>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00000" y="600000"/>
            <a:ext cx="10992000" cy="800000"/>
          </a:xfrm>
          <a:prstGeom prst="rect">
            <a:avLst/>
          </a:prstGeom>
          <a:noFill/>
        </p:spPr>
        <p:txBody>
          <a:bodyPr wrap="square">
            <a:spAutoFit/>
          </a:bodyPr>
          <a:lstStyle/>
          <a:p>
            <a:r>
              <a:rPr sz="4400" b="1" i="0">
                <a:solidFill>
                  <a:srgbClr val="FFFFFF"/>
                </a:solidFill>
              </a:rPr>
              <a:t>Two councils. Nine agents. One chain.</a:t>
            </a:r>
          </a:p>
        </p:txBody>
      </p:sp>
      <p:sp>
        <p:nvSpPr>
          <p:cNvPr id="6" name="TextBox 5"/>
          <p:cNvSpPr txBox="1"/>
          <p:nvPr/>
        </p:nvSpPr>
        <p:spPr>
          <a:xfrm>
            <a:off x="600000" y="1500000"/>
            <a:ext cx="10992000" cy="540000"/>
          </a:xfrm>
          <a:prstGeom prst="rect">
            <a:avLst/>
          </a:prstGeom>
          <a:noFill/>
        </p:spPr>
        <p:txBody>
          <a:bodyPr wrap="square">
            <a:spAutoFit/>
          </a:bodyPr>
          <a:lstStyle/>
          <a:p>
            <a:r>
              <a:rPr sz="2200" b="0" i="1">
                <a:solidFill>
                  <a:srgbClr val="C8D4E6"/>
                </a:solidFill>
              </a:rPr>
              <a:t>Pedagogical sign-off precedes technical sign-off — by charter</a:t>
            </a:r>
          </a:p>
        </p:txBody>
      </p:sp>
      <p:sp>
        <p:nvSpPr>
          <p:cNvPr id="7" name="TextBox 6"/>
          <p:cNvSpPr txBox="1"/>
          <p:nvPr/>
        </p:nvSpPr>
        <p:spPr>
          <a:xfrm>
            <a:off x="800000" y="2400000"/>
            <a:ext cx="10592000" cy="4058000"/>
          </a:xfrm>
          <a:prstGeom prst="rect">
            <a:avLst/>
          </a:prstGeom>
          <a:noFill/>
        </p:spPr>
        <p:txBody>
          <a:bodyPr wrap="square">
            <a:spAutoFit/>
          </a:bodyPr>
          <a:lstStyle/>
          <a:p>
            <a:pPr>
              <a:spcAft>
                <a:spcPts val="1400"/>
              </a:spcAft>
            </a:pPr>
            <a:r>
              <a:rPr sz="2600">
                <a:solidFill>
                  <a:srgbClr val="FFFFFF"/>
                </a:solidFill>
              </a:rPr>
              <a:t>•  Steering monthly · KPI, risk, spend — CEO/CFO/COO/CRO chair</a:t>
            </a:r>
          </a:p>
          <a:p>
            <a:pPr>
              <a:spcAft>
                <a:spcPts val="1400"/>
              </a:spcAft>
            </a:pPr>
            <a:r>
              <a:rPr sz="2600">
                <a:solidFill>
                  <a:srgbClr val="FFFFFF"/>
                </a:solidFill>
              </a:rPr>
              <a:t>•  Responsible AI Council bi-weekly · release gates — CAIO chair</a:t>
            </a:r>
          </a:p>
          <a:p>
            <a:pPr>
              <a:spcAft>
                <a:spcPts val="1400"/>
              </a:spcAft>
            </a:pPr>
            <a:r>
              <a:rPr sz="2600">
                <a:solidFill>
                  <a:srgbClr val="FFFFFF"/>
                </a:solidFill>
              </a:rPr>
              <a:t>•  Architecture Review Board · technical decisions — CTO chair</a:t>
            </a:r>
          </a:p>
          <a:p>
            <a:pPr>
              <a:spcAft>
                <a:spcPts val="1400"/>
              </a:spcAft>
            </a:pPr>
            <a:r>
              <a:rPr sz="2600">
                <a:solidFill>
                  <a:srgbClr val="FFFFFF"/>
                </a:solidFill>
              </a:rPr>
              <a:t>•  Teacher Council · per release · pedagogical sign-off</a:t>
            </a:r>
          </a:p>
          <a:p>
            <a:pPr>
              <a:spcAft>
                <a:spcPts val="1400"/>
              </a:spcAft>
            </a:pPr>
            <a:r>
              <a:rPr sz="2600">
                <a:solidFill>
                  <a:srgbClr val="FFFFFF"/>
                </a:solidFill>
              </a:rPr>
              <a:t>•  9 specialist agents, each with a named accountability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Rectangle 2"/>
          <p:cNvSpPr/>
          <p:nvPr/>
        </p:nvSpPr>
        <p:spPr>
          <a:xfrm>
            <a:off x="0" y="0"/>
            <a:ext cx="12192000" cy="6858000"/>
          </a:xfrm>
          <a:prstGeom prst="rect">
            <a:avLst/>
          </a:prstGeom>
          <a:solidFill>
            <a:srgbClr val="122A4A"/>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Oval 3"/>
          <p:cNvSpPr/>
          <p:nvPr/>
        </p:nvSpPr>
        <p:spPr>
          <a:xfrm>
            <a:off x="9792000" y="-1200000"/>
            <a:ext cx="4400000" cy="4400000"/>
          </a:xfrm>
          <a:prstGeom prst="ellipse">
            <a:avLst/>
          </a:prstGeom>
          <a:solidFill>
            <a:srgbClr val="F28C00"/>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1400000" y="4258000"/>
            <a:ext cx="4000000" cy="4000000"/>
          </a:xfrm>
          <a:prstGeom prst="ellipse">
            <a:avLst/>
          </a:prstGeom>
          <a:solidFill>
            <a:srgbClr val="0E5A5A"/>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0000" y="280000"/>
            <a:ext cx="10992000" cy="540000"/>
          </a:xfrm>
          <a:prstGeom prst="rect">
            <a:avLst/>
          </a:prstGeom>
          <a:noFill/>
        </p:spPr>
        <p:txBody>
          <a:bodyPr wrap="square">
            <a:spAutoFit/>
          </a:bodyPr>
          <a:lstStyle/>
          <a:p>
            <a:pPr algn="ctr"/>
            <a:r>
              <a:rPr sz="3200" b="1" i="0">
                <a:solidFill>
                  <a:srgbClr val="FFFFFF"/>
                </a:solidFill>
              </a:rPr>
              <a:t>Five phases. Twelve months. Every gate is a hard stop.</a:t>
            </a:r>
          </a:p>
        </p:txBody>
      </p:sp>
      <p:sp>
        <p:nvSpPr>
          <p:cNvPr id="7" name="TextBox 6"/>
          <p:cNvSpPr txBox="1"/>
          <p:nvPr/>
        </p:nvSpPr>
        <p:spPr>
          <a:xfrm>
            <a:off x="600000" y="820000"/>
            <a:ext cx="10992000" cy="480000"/>
          </a:xfrm>
          <a:prstGeom prst="rect">
            <a:avLst/>
          </a:prstGeom>
          <a:noFill/>
        </p:spPr>
        <p:txBody>
          <a:bodyPr wrap="square">
            <a:spAutoFit/>
          </a:bodyPr>
          <a:lstStyle/>
          <a:p>
            <a:pPr algn="ctr"/>
            <a:r>
              <a:rPr sz="2000" b="0" i="1">
                <a:solidFill>
                  <a:srgbClr val="C8D4E6"/>
                </a:solidFill>
              </a:rPr>
              <a:t>First market live M8 · CE-marked M10 · 3 markets by M12</a:t>
            </a:r>
          </a:p>
        </p:txBody>
      </p:sp>
      <p:sp>
        <p:nvSpPr>
          <p:cNvPr id="8" name="Rounded Rectangle 7"/>
          <p:cNvSpPr/>
          <p:nvPr/>
        </p:nvSpPr>
        <p:spPr>
          <a:xfrm>
            <a:off x="600000" y="1500000"/>
            <a:ext cx="5356000" cy="2239000"/>
          </a:xfrm>
          <a:prstGeom prst="roundRect">
            <a:avLst/>
          </a:prstGeom>
          <a:solidFill>
            <a:srgbClr val="F28C00"/>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00000" y="1700000"/>
            <a:ext cx="5356000" cy="1119500"/>
          </a:xfrm>
          <a:prstGeom prst="rect">
            <a:avLst/>
          </a:prstGeom>
          <a:noFill/>
        </p:spPr>
        <p:txBody>
          <a:bodyPr wrap="square">
            <a:spAutoFit/>
          </a:bodyPr>
          <a:lstStyle/>
          <a:p>
            <a:pPr algn="ctr"/>
            <a:r>
              <a:rPr sz="9600" b="1" i="0">
                <a:solidFill>
                  <a:srgbClr val="FFFFFF"/>
                </a:solidFill>
              </a:rPr>
              <a:t>P0–P1 · M0–M5</a:t>
            </a:r>
          </a:p>
        </p:txBody>
      </p:sp>
      <p:sp>
        <p:nvSpPr>
          <p:cNvPr id="10" name="TextBox 9"/>
          <p:cNvSpPr txBox="1"/>
          <p:nvPr/>
        </p:nvSpPr>
        <p:spPr>
          <a:xfrm>
            <a:off x="900000" y="3019500"/>
            <a:ext cx="4756000" cy="619500"/>
          </a:xfrm>
          <a:prstGeom prst="rect">
            <a:avLst/>
          </a:prstGeom>
          <a:noFill/>
        </p:spPr>
        <p:txBody>
          <a:bodyPr wrap="square">
            <a:spAutoFit/>
          </a:bodyPr>
          <a:lstStyle/>
          <a:p>
            <a:pPr algn="ctr"/>
            <a:r>
              <a:rPr sz="2000" b="0" i="1">
                <a:solidFill>
                  <a:srgbClr val="FFFFFF"/>
                </a:solidFill>
              </a:rPr>
              <a:t>Foundations + MVP · DPIA · landing zone</a:t>
            </a:r>
          </a:p>
        </p:txBody>
      </p:sp>
      <p:sp>
        <p:nvSpPr>
          <p:cNvPr id="11" name="Rounded Rectangle 10"/>
          <p:cNvSpPr/>
          <p:nvPr/>
        </p:nvSpPr>
        <p:spPr>
          <a:xfrm>
            <a:off x="6236000" y="1500000"/>
            <a:ext cx="5356000" cy="2239000"/>
          </a:xfrm>
          <a:prstGeom prst="roundRect">
            <a:avLst/>
          </a:prstGeom>
          <a:solidFill>
            <a:srgbClr val="0E5A5A"/>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236000" y="1700000"/>
            <a:ext cx="5356000" cy="1119500"/>
          </a:xfrm>
          <a:prstGeom prst="rect">
            <a:avLst/>
          </a:prstGeom>
          <a:noFill/>
        </p:spPr>
        <p:txBody>
          <a:bodyPr wrap="square">
            <a:spAutoFit/>
          </a:bodyPr>
          <a:lstStyle/>
          <a:p>
            <a:pPr algn="ctr"/>
            <a:r>
              <a:rPr sz="9600" b="1" i="0">
                <a:solidFill>
                  <a:srgbClr val="FFFFFF"/>
                </a:solidFill>
              </a:rPr>
              <a:t>P2 · M5–M8</a:t>
            </a:r>
          </a:p>
        </p:txBody>
      </p:sp>
      <p:sp>
        <p:nvSpPr>
          <p:cNvPr id="13" name="TextBox 12"/>
          <p:cNvSpPr txBox="1"/>
          <p:nvPr/>
        </p:nvSpPr>
        <p:spPr>
          <a:xfrm>
            <a:off x="6536000" y="3019500"/>
            <a:ext cx="4756000" cy="619500"/>
          </a:xfrm>
          <a:prstGeom prst="rect">
            <a:avLst/>
          </a:prstGeom>
          <a:noFill/>
        </p:spPr>
        <p:txBody>
          <a:bodyPr wrap="square">
            <a:spAutoFit/>
          </a:bodyPr>
          <a:lstStyle/>
          <a:p>
            <a:pPr algn="ctr"/>
            <a:r>
              <a:rPr sz="2000" b="0" i="1">
                <a:solidFill>
                  <a:srgbClr val="FFFFFF"/>
                </a:solidFill>
              </a:rPr>
              <a:t>NL pilot · 20 schools</a:t>
            </a:r>
          </a:p>
        </p:txBody>
      </p:sp>
      <p:sp>
        <p:nvSpPr>
          <p:cNvPr id="14" name="Rounded Rectangle 13"/>
          <p:cNvSpPr/>
          <p:nvPr/>
        </p:nvSpPr>
        <p:spPr>
          <a:xfrm>
            <a:off x="600000" y="4019000"/>
            <a:ext cx="5356000" cy="2239000"/>
          </a:xfrm>
          <a:prstGeom prst="roundRect">
            <a:avLst/>
          </a:prstGeom>
          <a:solidFill>
            <a:srgbClr val="122A4A"/>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00000" y="4219000"/>
            <a:ext cx="5356000" cy="1119500"/>
          </a:xfrm>
          <a:prstGeom prst="rect">
            <a:avLst/>
          </a:prstGeom>
          <a:noFill/>
        </p:spPr>
        <p:txBody>
          <a:bodyPr wrap="square">
            <a:spAutoFit/>
          </a:bodyPr>
          <a:lstStyle/>
          <a:p>
            <a:pPr algn="ctr"/>
            <a:r>
              <a:rPr sz="9600" b="1" i="0">
                <a:solidFill>
                  <a:srgbClr val="FFFFFF"/>
                </a:solidFill>
              </a:rPr>
              <a:t>P3 · M8–M10</a:t>
            </a:r>
          </a:p>
        </p:txBody>
      </p:sp>
      <p:sp>
        <p:nvSpPr>
          <p:cNvPr id="16" name="TextBox 15"/>
          <p:cNvSpPr txBox="1"/>
          <p:nvPr/>
        </p:nvSpPr>
        <p:spPr>
          <a:xfrm>
            <a:off x="900000" y="5538500"/>
            <a:ext cx="4756000" cy="619500"/>
          </a:xfrm>
          <a:prstGeom prst="rect">
            <a:avLst/>
          </a:prstGeom>
          <a:noFill/>
        </p:spPr>
        <p:txBody>
          <a:bodyPr wrap="square">
            <a:spAutoFit/>
          </a:bodyPr>
          <a:lstStyle/>
          <a:p>
            <a:pPr algn="ctr"/>
            <a:r>
              <a:rPr sz="2000" b="0" i="1">
                <a:solidFill>
                  <a:srgbClr val="FFFFFF"/>
                </a:solidFill>
              </a:rPr>
              <a:t>CE marked · DE launch</a:t>
            </a:r>
          </a:p>
        </p:txBody>
      </p:sp>
      <p:sp>
        <p:nvSpPr>
          <p:cNvPr id="17" name="Rounded Rectangle 16"/>
          <p:cNvSpPr/>
          <p:nvPr/>
        </p:nvSpPr>
        <p:spPr>
          <a:xfrm>
            <a:off x="6236000" y="4019000"/>
            <a:ext cx="5356000" cy="2239000"/>
          </a:xfrm>
          <a:prstGeom prst="roundRect">
            <a:avLst/>
          </a:prstGeom>
          <a:solidFill>
            <a:srgbClr val="1F6B3A"/>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236000" y="4219000"/>
            <a:ext cx="5356000" cy="1119500"/>
          </a:xfrm>
          <a:prstGeom prst="rect">
            <a:avLst/>
          </a:prstGeom>
          <a:noFill/>
        </p:spPr>
        <p:txBody>
          <a:bodyPr wrap="square">
            <a:spAutoFit/>
          </a:bodyPr>
          <a:lstStyle/>
          <a:p>
            <a:pPr algn="ctr"/>
            <a:r>
              <a:rPr sz="9600" b="1" i="0">
                <a:solidFill>
                  <a:srgbClr val="FFFFFF"/>
                </a:solidFill>
              </a:rPr>
              <a:t>P4 · M10–M12</a:t>
            </a:r>
          </a:p>
        </p:txBody>
      </p:sp>
      <p:sp>
        <p:nvSpPr>
          <p:cNvPr id="19" name="TextBox 18"/>
          <p:cNvSpPr txBox="1"/>
          <p:nvPr/>
        </p:nvSpPr>
        <p:spPr>
          <a:xfrm>
            <a:off x="6536000" y="5538500"/>
            <a:ext cx="4756000" cy="619500"/>
          </a:xfrm>
          <a:prstGeom prst="rect">
            <a:avLst/>
          </a:prstGeom>
          <a:noFill/>
        </p:spPr>
        <p:txBody>
          <a:bodyPr wrap="square">
            <a:spAutoFit/>
          </a:bodyPr>
          <a:lstStyle/>
          <a:p>
            <a:pPr algn="ctr"/>
            <a:r>
              <a:rPr sz="2000" b="0" i="1">
                <a:solidFill>
                  <a:srgbClr val="FFFFFF"/>
                </a:solidFill>
              </a:rPr>
              <a:t>3rd market · multi-region DR drill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Rectangle 2"/>
          <p:cNvSpPr/>
          <p:nvPr/>
        </p:nvSpPr>
        <p:spPr>
          <a:xfrm>
            <a:off x="0" y="0"/>
            <a:ext cx="12192000" cy="6858000"/>
          </a:xfrm>
          <a:prstGeom prst="rect">
            <a:avLst/>
          </a:prstGeom>
          <a:solidFill>
            <a:srgbClr val="F28C00"/>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Oval 3"/>
          <p:cNvSpPr/>
          <p:nvPr/>
        </p:nvSpPr>
        <p:spPr>
          <a:xfrm>
            <a:off x="9792000" y="-1200000"/>
            <a:ext cx="4400000" cy="4400000"/>
          </a:xfrm>
          <a:prstGeom prst="ellipse">
            <a:avLst/>
          </a:prstGeom>
          <a:solidFill>
            <a:srgbClr val="122A4A"/>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1400000" y="4258000"/>
            <a:ext cx="4000000" cy="4000000"/>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0000" y="2300000"/>
            <a:ext cx="10992000" cy="2100000"/>
          </a:xfrm>
          <a:prstGeom prst="rect">
            <a:avLst/>
          </a:prstGeom>
          <a:noFill/>
        </p:spPr>
        <p:txBody>
          <a:bodyPr wrap="square">
            <a:spAutoFit/>
          </a:bodyPr>
          <a:lstStyle/>
          <a:p>
            <a:pPr algn="ctr"/>
            <a:r>
              <a:rPr sz="7200" b="1" i="0">
                <a:solidFill>
                  <a:srgbClr val="FFFFFF"/>
                </a:solidFill>
              </a:rPr>
              <a:t>Live in 7 minutes.</a:t>
            </a:r>
          </a:p>
        </p:txBody>
      </p:sp>
      <p:sp>
        <p:nvSpPr>
          <p:cNvPr id="7" name="TextBox 6"/>
          <p:cNvSpPr txBox="1"/>
          <p:nvPr/>
        </p:nvSpPr>
        <p:spPr>
          <a:xfrm>
            <a:off x="600000" y="4400000"/>
            <a:ext cx="10992000" cy="700000"/>
          </a:xfrm>
          <a:prstGeom prst="rect">
            <a:avLst/>
          </a:prstGeom>
          <a:noFill/>
        </p:spPr>
        <p:txBody>
          <a:bodyPr wrap="square">
            <a:spAutoFit/>
          </a:bodyPr>
          <a:lstStyle/>
          <a:p>
            <a:pPr algn="ctr"/>
            <a:r>
              <a:rPr sz="2600" b="0" i="1">
                <a:solidFill>
                  <a:srgbClr val="C8D4E6"/>
                </a:solidFill>
              </a:rPr>
              <a:t>Teacher → Learner → Parent · one backend · West Europe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Rectangle 2"/>
          <p:cNvSpPr/>
          <p:nvPr/>
        </p:nvSpPr>
        <p:spPr>
          <a:xfrm>
            <a:off x="0" y="0"/>
            <a:ext cx="12192000" cy="6858000"/>
          </a:xfrm>
          <a:prstGeom prst="rect">
            <a:avLst/>
          </a:prstGeom>
          <a:solidFill>
            <a:srgbClr val="1F6B3A"/>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Oval 3"/>
          <p:cNvSpPr/>
          <p:nvPr/>
        </p:nvSpPr>
        <p:spPr>
          <a:xfrm>
            <a:off x="9792000" y="-1200000"/>
            <a:ext cx="4400000" cy="4400000"/>
          </a:xfrm>
          <a:prstGeom prst="ellipse">
            <a:avLst/>
          </a:prstGeom>
          <a:solidFill>
            <a:srgbClr val="F28C00"/>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1400000" y="4258000"/>
            <a:ext cx="4000000" cy="4000000"/>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0000" y="280000"/>
            <a:ext cx="10992000" cy="540000"/>
          </a:xfrm>
          <a:prstGeom prst="rect">
            <a:avLst/>
          </a:prstGeom>
          <a:noFill/>
        </p:spPr>
        <p:txBody>
          <a:bodyPr wrap="square">
            <a:spAutoFit/>
          </a:bodyPr>
          <a:lstStyle/>
          <a:p>
            <a:pPr algn="ctr"/>
            <a:r>
              <a:rPr sz="3200" b="1" i="0">
                <a:solidFill>
                  <a:srgbClr val="FFFFFF"/>
                </a:solidFill>
              </a:rPr>
              <a:t>Predictable. Optimised. Sustainable.</a:t>
            </a:r>
          </a:p>
        </p:txBody>
      </p:sp>
      <p:sp>
        <p:nvSpPr>
          <p:cNvPr id="7" name="TextBox 6"/>
          <p:cNvSpPr txBox="1"/>
          <p:nvPr/>
        </p:nvSpPr>
        <p:spPr>
          <a:xfrm>
            <a:off x="600000" y="820000"/>
            <a:ext cx="10992000" cy="480000"/>
          </a:xfrm>
          <a:prstGeom prst="rect">
            <a:avLst/>
          </a:prstGeom>
          <a:noFill/>
        </p:spPr>
        <p:txBody>
          <a:bodyPr wrap="square">
            <a:spAutoFit/>
          </a:bodyPr>
          <a:lstStyle/>
          <a:p>
            <a:pPr algn="ctr"/>
            <a:r>
              <a:rPr sz="2000" b="0" i="1">
                <a:solidFill>
                  <a:srgbClr val="C8D4E6"/>
                </a:solidFill>
              </a:rPr>
              <a:t>PTUs where it matters · PAYG where it doesn't</a:t>
            </a:r>
          </a:p>
        </p:txBody>
      </p:sp>
      <p:sp>
        <p:nvSpPr>
          <p:cNvPr id="8" name="Rounded Rectangle 7"/>
          <p:cNvSpPr/>
          <p:nvPr/>
        </p:nvSpPr>
        <p:spPr>
          <a:xfrm>
            <a:off x="600000" y="1500000"/>
            <a:ext cx="5356000" cy="2239000"/>
          </a:xfrm>
          <a:prstGeom prst="roundRect">
            <a:avLst/>
          </a:prstGeom>
          <a:solidFill>
            <a:srgbClr val="F28C00"/>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00000" y="1700000"/>
            <a:ext cx="5356000" cy="1119500"/>
          </a:xfrm>
          <a:prstGeom prst="rect">
            <a:avLst/>
          </a:prstGeom>
          <a:noFill/>
        </p:spPr>
        <p:txBody>
          <a:bodyPr wrap="square">
            <a:spAutoFit/>
          </a:bodyPr>
          <a:lstStyle/>
          <a:p>
            <a:pPr algn="ctr"/>
            <a:r>
              <a:rPr sz="9600" b="1" i="0">
                <a:solidFill>
                  <a:srgbClr val="FFFFFF"/>
                </a:solidFill>
              </a:rPr>
              <a:t>€18–22M</a:t>
            </a:r>
          </a:p>
        </p:txBody>
      </p:sp>
      <p:sp>
        <p:nvSpPr>
          <p:cNvPr id="10" name="TextBox 9"/>
          <p:cNvSpPr txBox="1"/>
          <p:nvPr/>
        </p:nvSpPr>
        <p:spPr>
          <a:xfrm>
            <a:off x="900000" y="3019500"/>
            <a:ext cx="4756000" cy="619500"/>
          </a:xfrm>
          <a:prstGeom prst="rect">
            <a:avLst/>
          </a:prstGeom>
          <a:noFill/>
        </p:spPr>
        <p:txBody>
          <a:bodyPr wrap="square">
            <a:spAutoFit/>
          </a:bodyPr>
          <a:lstStyle/>
          <a:p>
            <a:pPr algn="ctr"/>
            <a:r>
              <a:rPr sz="2000" b="0" i="1">
                <a:solidFill>
                  <a:srgbClr val="FFFFFF"/>
                </a:solidFill>
              </a:rPr>
              <a:t>12-month build · 45% platform · 30% AI · 25% compliance/UX</a:t>
            </a:r>
          </a:p>
        </p:txBody>
      </p:sp>
      <p:sp>
        <p:nvSpPr>
          <p:cNvPr id="11" name="Rounded Rectangle 10"/>
          <p:cNvSpPr/>
          <p:nvPr/>
        </p:nvSpPr>
        <p:spPr>
          <a:xfrm>
            <a:off x="6236000" y="1500000"/>
            <a:ext cx="5356000" cy="2239000"/>
          </a:xfrm>
          <a:prstGeom prst="roundRect">
            <a:avLst/>
          </a:prstGeom>
          <a:solidFill>
            <a:srgbClr val="0E5A5A"/>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236000" y="1700000"/>
            <a:ext cx="5356000" cy="1119500"/>
          </a:xfrm>
          <a:prstGeom prst="rect">
            <a:avLst/>
          </a:prstGeom>
          <a:noFill/>
        </p:spPr>
        <p:txBody>
          <a:bodyPr wrap="square">
            <a:spAutoFit/>
          </a:bodyPr>
          <a:lstStyle/>
          <a:p>
            <a:pPr algn="ctr"/>
            <a:r>
              <a:rPr sz="9600" b="1" i="0">
                <a:solidFill>
                  <a:srgbClr val="FFFFFF"/>
                </a:solidFill>
              </a:rPr>
              <a:t>€6M/yr</a:t>
            </a:r>
          </a:p>
        </p:txBody>
      </p:sp>
      <p:sp>
        <p:nvSpPr>
          <p:cNvPr id="13" name="TextBox 12"/>
          <p:cNvSpPr txBox="1"/>
          <p:nvPr/>
        </p:nvSpPr>
        <p:spPr>
          <a:xfrm>
            <a:off x="6536000" y="3019500"/>
            <a:ext cx="4756000" cy="619500"/>
          </a:xfrm>
          <a:prstGeom prst="rect">
            <a:avLst/>
          </a:prstGeom>
          <a:noFill/>
        </p:spPr>
        <p:txBody>
          <a:bodyPr wrap="square">
            <a:spAutoFit/>
          </a:bodyPr>
          <a:lstStyle/>
          <a:p>
            <a:pPr algn="ctr"/>
            <a:r>
              <a:rPr sz="2000" b="0" i="1">
                <a:solidFill>
                  <a:srgbClr val="FFFFFF"/>
                </a:solidFill>
              </a:rPr>
              <a:t>steady-state run · ~55% Azure · ~35% people · ~10% sub-proc.</a:t>
            </a:r>
          </a:p>
        </p:txBody>
      </p:sp>
      <p:sp>
        <p:nvSpPr>
          <p:cNvPr id="14" name="Rounded Rectangle 13"/>
          <p:cNvSpPr/>
          <p:nvPr/>
        </p:nvSpPr>
        <p:spPr>
          <a:xfrm>
            <a:off x="600000" y="4019000"/>
            <a:ext cx="5356000" cy="2239000"/>
          </a:xfrm>
          <a:prstGeom prst="roundRect">
            <a:avLst/>
          </a:prstGeom>
          <a:solidFill>
            <a:srgbClr val="122A4A"/>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00000" y="4219000"/>
            <a:ext cx="5356000" cy="1119500"/>
          </a:xfrm>
          <a:prstGeom prst="rect">
            <a:avLst/>
          </a:prstGeom>
          <a:noFill/>
        </p:spPr>
        <p:txBody>
          <a:bodyPr wrap="square">
            <a:spAutoFit/>
          </a:bodyPr>
          <a:lstStyle/>
          <a:p>
            <a:pPr algn="ctr"/>
            <a:r>
              <a:rPr sz="9600" b="1" i="0">
                <a:solidFill>
                  <a:srgbClr val="FFFFFF"/>
                </a:solidFill>
              </a:rPr>
              <a:t>≤24 mo</a:t>
            </a:r>
          </a:p>
        </p:txBody>
      </p:sp>
      <p:sp>
        <p:nvSpPr>
          <p:cNvPr id="16" name="TextBox 15"/>
          <p:cNvSpPr txBox="1"/>
          <p:nvPr/>
        </p:nvSpPr>
        <p:spPr>
          <a:xfrm>
            <a:off x="900000" y="5538500"/>
            <a:ext cx="4756000" cy="619500"/>
          </a:xfrm>
          <a:prstGeom prst="rect">
            <a:avLst/>
          </a:prstGeom>
          <a:noFill/>
        </p:spPr>
        <p:txBody>
          <a:bodyPr wrap="square">
            <a:spAutoFit/>
          </a:bodyPr>
          <a:lstStyle/>
          <a:p>
            <a:pPr algn="ctr"/>
            <a:r>
              <a:rPr sz="2000" b="0" i="1">
                <a:solidFill>
                  <a:srgbClr val="FFFFFF"/>
                </a:solidFill>
              </a:rPr>
              <a:t>payback · 3 markets live</a:t>
            </a:r>
          </a:p>
        </p:txBody>
      </p:sp>
      <p:sp>
        <p:nvSpPr>
          <p:cNvPr id="17" name="Rounded Rectangle 16"/>
          <p:cNvSpPr/>
          <p:nvPr/>
        </p:nvSpPr>
        <p:spPr>
          <a:xfrm>
            <a:off x="6236000" y="4019000"/>
            <a:ext cx="5356000" cy="2239000"/>
          </a:xfrm>
          <a:prstGeom prst="roundRect">
            <a:avLst/>
          </a:prstGeom>
          <a:solidFill>
            <a:srgbClr val="1F6B3A"/>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236000" y="4219000"/>
            <a:ext cx="5356000" cy="1119500"/>
          </a:xfrm>
          <a:prstGeom prst="rect">
            <a:avLst/>
          </a:prstGeom>
          <a:noFill/>
        </p:spPr>
        <p:txBody>
          <a:bodyPr wrap="square">
            <a:spAutoFit/>
          </a:bodyPr>
          <a:lstStyle/>
          <a:p>
            <a:pPr algn="ctr"/>
            <a:r>
              <a:rPr sz="9600" b="1" i="0">
                <a:solidFill>
                  <a:srgbClr val="FFFFFF"/>
                </a:solidFill>
              </a:rPr>
              <a:t>€2M</a:t>
            </a:r>
          </a:p>
        </p:txBody>
      </p:sp>
      <p:sp>
        <p:nvSpPr>
          <p:cNvPr id="19" name="TextBox 18"/>
          <p:cNvSpPr txBox="1"/>
          <p:nvPr/>
        </p:nvSpPr>
        <p:spPr>
          <a:xfrm>
            <a:off x="6536000" y="5538500"/>
            <a:ext cx="4756000" cy="619500"/>
          </a:xfrm>
          <a:prstGeom prst="rect">
            <a:avLst/>
          </a:prstGeom>
          <a:noFill/>
        </p:spPr>
        <p:txBody>
          <a:bodyPr wrap="square">
            <a:spAutoFit/>
          </a:bodyPr>
          <a:lstStyle/>
          <a:p>
            <a:pPr algn="ctr"/>
            <a:r>
              <a:rPr sz="2000" b="0" i="1">
                <a:solidFill>
                  <a:srgbClr val="FFFFFF"/>
                </a:solidFill>
              </a:rPr>
              <a:t>contingency · R8 OpenAI cost runaway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Rectangle 2"/>
          <p:cNvSpPr/>
          <p:nvPr/>
        </p:nvSpPr>
        <p:spPr>
          <a:xfrm>
            <a:off x="0" y="0"/>
            <a:ext cx="12192000" cy="6858000"/>
          </a:xfrm>
          <a:prstGeom prst="rect">
            <a:avLst/>
          </a:prstGeom>
          <a:solidFill>
            <a:srgbClr val="B23A6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Oval 3"/>
          <p:cNvSpPr/>
          <p:nvPr/>
        </p:nvSpPr>
        <p:spPr>
          <a:xfrm>
            <a:off x="9792000" y="-1200000"/>
            <a:ext cx="4400000" cy="4400000"/>
          </a:xfrm>
          <a:prstGeom prst="ellipse">
            <a:avLst/>
          </a:prstGeom>
          <a:solidFill>
            <a:srgbClr val="F28C00"/>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1400000" y="4258000"/>
            <a:ext cx="4000000" cy="4000000"/>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0000" y="600000"/>
            <a:ext cx="10992000" cy="800000"/>
          </a:xfrm>
          <a:prstGeom prst="rect">
            <a:avLst/>
          </a:prstGeom>
          <a:noFill/>
        </p:spPr>
        <p:txBody>
          <a:bodyPr wrap="square">
            <a:spAutoFit/>
          </a:bodyPr>
          <a:lstStyle/>
          <a:p>
            <a:r>
              <a:rPr sz="4400" b="1" i="0">
                <a:solidFill>
                  <a:srgbClr val="FFFFFF"/>
                </a:solidFill>
              </a:rPr>
              <a:t>Top 6 risks. Owned. Mitigated. Contingent.</a:t>
            </a:r>
          </a:p>
        </p:txBody>
      </p:sp>
      <p:sp>
        <p:nvSpPr>
          <p:cNvPr id="7" name="TextBox 6"/>
          <p:cNvSpPr txBox="1"/>
          <p:nvPr/>
        </p:nvSpPr>
        <p:spPr>
          <a:xfrm>
            <a:off x="600000" y="1500000"/>
            <a:ext cx="10992000" cy="540000"/>
          </a:xfrm>
          <a:prstGeom prst="rect">
            <a:avLst/>
          </a:prstGeom>
          <a:noFill/>
        </p:spPr>
        <p:txBody>
          <a:bodyPr wrap="square">
            <a:spAutoFit/>
          </a:bodyPr>
          <a:lstStyle/>
          <a:p>
            <a:r>
              <a:rPr sz="2200" b="0" i="1">
                <a:solidFill>
                  <a:srgbClr val="C8D4E6"/>
                </a:solidFill>
              </a:rPr>
              <a:t>None of them is a project-killer if managed actively</a:t>
            </a:r>
          </a:p>
        </p:txBody>
      </p:sp>
      <p:sp>
        <p:nvSpPr>
          <p:cNvPr id="8" name="TextBox 7"/>
          <p:cNvSpPr txBox="1"/>
          <p:nvPr/>
        </p:nvSpPr>
        <p:spPr>
          <a:xfrm>
            <a:off x="800000" y="2400000"/>
            <a:ext cx="10592000" cy="4058000"/>
          </a:xfrm>
          <a:prstGeom prst="rect">
            <a:avLst/>
          </a:prstGeom>
          <a:noFill/>
        </p:spPr>
        <p:txBody>
          <a:bodyPr wrap="square">
            <a:spAutoFit/>
          </a:bodyPr>
          <a:lstStyle/>
          <a:p>
            <a:pPr>
              <a:spcAft>
                <a:spcPts val="1400"/>
              </a:spcAft>
            </a:pPr>
            <a:r>
              <a:rPr sz="2600">
                <a:solidFill>
                  <a:srgbClr val="FFFFFF"/>
                </a:solidFill>
              </a:rPr>
              <a:t>•  R1 · National DPA blocks DPIA → engage from M0</a:t>
            </a:r>
          </a:p>
          <a:p>
            <a:pPr>
              <a:spcAft>
                <a:spcPts val="1400"/>
              </a:spcAft>
            </a:pPr>
            <a:r>
              <a:rPr sz="2600">
                <a:solidFill>
                  <a:srgbClr val="FFFFFF"/>
                </a:solidFill>
              </a:rPr>
              <a:t>•  R3 · Federated learning fails to converge → DP central fallback</a:t>
            </a:r>
          </a:p>
          <a:p>
            <a:pPr>
              <a:spcAft>
                <a:spcPts val="1400"/>
              </a:spcAft>
            </a:pPr>
            <a:r>
              <a:rPr sz="2600">
                <a:solidFill>
                  <a:srgbClr val="FFFFFF"/>
                </a:solidFill>
              </a:rPr>
              <a:t>•  R4 · Localisation quality drift → reviewer never optional</a:t>
            </a:r>
          </a:p>
          <a:p>
            <a:pPr>
              <a:spcAft>
                <a:spcPts val="1400"/>
              </a:spcAft>
            </a:pPr>
            <a:r>
              <a:rPr sz="2600">
                <a:solidFill>
                  <a:srgbClr val="FFFFFF"/>
                </a:solidFill>
              </a:rPr>
              <a:t>•  R6 · Bias disparity &gt; 5pp → per-cohort release gate + rollback</a:t>
            </a:r>
          </a:p>
          <a:p>
            <a:pPr>
              <a:spcAft>
                <a:spcPts val="1400"/>
              </a:spcAft>
            </a:pPr>
            <a:r>
              <a:rPr sz="2600">
                <a:solidFill>
                  <a:srgbClr val="FFFFFF"/>
                </a:solidFill>
              </a:rPr>
              <a:t>•  R8 · OpenAI cost runaway → PTUs · caching · €2M reserve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Rectangle 2"/>
          <p:cNvSpPr/>
          <p:nvPr/>
        </p:nvSpPr>
        <p:spPr>
          <a:xfrm>
            <a:off x="0" y="0"/>
            <a:ext cx="12192000" cy="6858000"/>
          </a:xfrm>
          <a:prstGeom prst="rect">
            <a:avLst/>
          </a:prstGeom>
          <a:solidFill>
            <a:srgbClr val="0E5A5A"/>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Oval 3"/>
          <p:cNvSpPr/>
          <p:nvPr/>
        </p:nvSpPr>
        <p:spPr>
          <a:xfrm>
            <a:off x="9792000" y="-1200000"/>
            <a:ext cx="4400000" cy="4400000"/>
          </a:xfrm>
          <a:prstGeom prst="ellipse">
            <a:avLst/>
          </a:prstGeom>
          <a:solidFill>
            <a:srgbClr val="F28C00"/>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1400000" y="4258000"/>
            <a:ext cx="4000000" cy="4000000"/>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0000" y="600000"/>
            <a:ext cx="10992000" cy="800000"/>
          </a:xfrm>
          <a:prstGeom prst="rect">
            <a:avLst/>
          </a:prstGeom>
          <a:noFill/>
        </p:spPr>
        <p:txBody>
          <a:bodyPr wrap="square">
            <a:spAutoFit/>
          </a:bodyPr>
          <a:lstStyle/>
          <a:p>
            <a:r>
              <a:rPr sz="4400" b="1" i="0">
                <a:solidFill>
                  <a:srgbClr val="FFFFFF"/>
                </a:solidFill>
              </a:rPr>
              <a:t>What the board sees. Every month.</a:t>
            </a:r>
          </a:p>
        </p:txBody>
      </p:sp>
      <p:sp>
        <p:nvSpPr>
          <p:cNvPr id="7" name="TextBox 6"/>
          <p:cNvSpPr txBox="1"/>
          <p:nvPr/>
        </p:nvSpPr>
        <p:spPr>
          <a:xfrm>
            <a:off x="600000" y="1500000"/>
            <a:ext cx="10992000" cy="540000"/>
          </a:xfrm>
          <a:prstGeom prst="rect">
            <a:avLst/>
          </a:prstGeom>
          <a:noFill/>
        </p:spPr>
        <p:txBody>
          <a:bodyPr wrap="square">
            <a:spAutoFit/>
          </a:bodyPr>
          <a:lstStyle/>
          <a:p>
            <a:r>
              <a:rPr sz="2200" b="0" i="1">
                <a:solidFill>
                  <a:srgbClr val="C8D4E6"/>
                </a:solidFill>
              </a:rPr>
              <a:t>5 KPIs · 6 risks · 1 posture · 1 cost / learner</a:t>
            </a:r>
          </a:p>
        </p:txBody>
      </p:sp>
      <p:sp>
        <p:nvSpPr>
          <p:cNvPr id="8" name="TextBox 7"/>
          <p:cNvSpPr txBox="1"/>
          <p:nvPr/>
        </p:nvSpPr>
        <p:spPr>
          <a:xfrm>
            <a:off x="800000" y="2400000"/>
            <a:ext cx="10592000" cy="4058000"/>
          </a:xfrm>
          <a:prstGeom prst="rect">
            <a:avLst/>
          </a:prstGeom>
          <a:noFill/>
        </p:spPr>
        <p:txBody>
          <a:bodyPr wrap="square">
            <a:spAutoFit/>
          </a:bodyPr>
          <a:lstStyle/>
          <a:p>
            <a:pPr>
              <a:spcAft>
                <a:spcPts val="1400"/>
              </a:spcAft>
            </a:pPr>
            <a:r>
              <a:rPr sz="2600">
                <a:solidFill>
                  <a:srgbClr val="FFFFFF"/>
                </a:solidFill>
              </a:rPr>
              <a:t>•  K1 outcome gap · per cohort, per market</a:t>
            </a:r>
          </a:p>
          <a:p>
            <a:pPr>
              <a:spcAft>
                <a:spcPts val="1400"/>
              </a:spcAft>
            </a:pPr>
            <a:r>
              <a:rPr sz="2600">
                <a:solidFill>
                  <a:srgbClr val="FFFFFF"/>
                </a:solidFill>
              </a:rPr>
              <a:t>•  K2 teacher minutes saved · telemetry + NPS</a:t>
            </a:r>
          </a:p>
          <a:p>
            <a:pPr>
              <a:spcAft>
                <a:spcPts val="1400"/>
              </a:spcAft>
            </a:pPr>
            <a:r>
              <a:rPr sz="2600">
                <a:solidFill>
                  <a:srgbClr val="FFFFFF"/>
                </a:solidFill>
              </a:rPr>
              <a:t>•  K3 localisation throughput · units / week</a:t>
            </a:r>
          </a:p>
          <a:p>
            <a:pPr>
              <a:spcAft>
                <a:spcPts val="1400"/>
              </a:spcAft>
            </a:pPr>
            <a:r>
              <a:rPr sz="2600">
                <a:solidFill>
                  <a:srgbClr val="FFFFFF"/>
                </a:solidFill>
              </a:rPr>
              <a:t>•  K4 GDPR Art. 8 · DPIA freshness · erasure SLA</a:t>
            </a:r>
          </a:p>
          <a:p>
            <a:pPr>
              <a:spcAft>
                <a:spcPts val="1400"/>
              </a:spcAft>
            </a:pPr>
            <a:r>
              <a:rPr sz="2600">
                <a:solidFill>
                  <a:srgbClr val="FFFFFF"/>
                </a:solidFill>
              </a:rPr>
              <a:t>•  K5 AI Act conformity · Annex IV · overrides · incidents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Rectangle 2"/>
          <p:cNvSpPr/>
          <p:nvPr/>
        </p:nvSpPr>
        <p:spPr>
          <a:xfrm>
            <a:off x="0" y="0"/>
            <a:ext cx="12192000" cy="6858000"/>
          </a:xfrm>
          <a:prstGeom prst="rect">
            <a:avLst/>
          </a:prstGeom>
          <a:solidFill>
            <a:srgbClr val="F28C00"/>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Oval 3"/>
          <p:cNvSpPr/>
          <p:nvPr/>
        </p:nvSpPr>
        <p:spPr>
          <a:xfrm>
            <a:off x="9792000" y="-1200000"/>
            <a:ext cx="4400000" cy="4400000"/>
          </a:xfrm>
          <a:prstGeom prst="ellipse">
            <a:avLst/>
          </a:prstGeom>
          <a:solidFill>
            <a:srgbClr val="122A4A"/>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1400000" y="4258000"/>
            <a:ext cx="4000000" cy="4000000"/>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0000" y="2300000"/>
            <a:ext cx="10992000" cy="2100000"/>
          </a:xfrm>
          <a:prstGeom prst="rect">
            <a:avLst/>
          </a:prstGeom>
          <a:noFill/>
        </p:spPr>
        <p:txBody>
          <a:bodyPr wrap="square">
            <a:spAutoFit/>
          </a:bodyPr>
          <a:lstStyle/>
          <a:p>
            <a:pPr algn="ctr"/>
            <a:r>
              <a:rPr sz="7200" b="1" i="0">
                <a:solidFill>
                  <a:srgbClr val="FFFFFF"/>
                </a:solidFill>
              </a:rPr>
              <a:t>Three decisions. Today.</a:t>
            </a:r>
          </a:p>
        </p:txBody>
      </p:sp>
      <p:sp>
        <p:nvSpPr>
          <p:cNvPr id="7" name="TextBox 6"/>
          <p:cNvSpPr txBox="1"/>
          <p:nvPr/>
        </p:nvSpPr>
        <p:spPr>
          <a:xfrm>
            <a:off x="600000" y="4400000"/>
            <a:ext cx="10992000" cy="700000"/>
          </a:xfrm>
          <a:prstGeom prst="rect">
            <a:avLst/>
          </a:prstGeom>
          <a:noFill/>
        </p:spPr>
        <p:txBody>
          <a:bodyPr wrap="square">
            <a:spAutoFit/>
          </a:bodyPr>
          <a:lstStyle/>
          <a:p>
            <a:pPr algn="ctr"/>
            <a:r>
              <a:rPr sz="2600" b="0" i="1">
                <a:solidFill>
                  <a:srgbClr val="C8D4E6"/>
                </a:solidFill>
              </a:rPr>
              <a:t>Mandate · Budget · Chair</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FFFFFF"/>
                </a:solidFill>
              </a:rPr>
              <a:t>A1 · Target architecture, layered view</a:t>
            </a:r>
          </a:p>
        </p:txBody>
      </p:sp>
      <p:sp>
        <p:nvSpPr>
          <p:cNvPr id="3" name="TextBox 2"/>
          <p:cNvSpPr txBox="1"/>
          <p:nvPr/>
        </p:nvSpPr>
        <p:spPr>
          <a:xfrm>
            <a:off x="640000" y="950000"/>
            <a:ext cx="10912000" cy="360000"/>
          </a:xfrm>
          <a:prstGeom prst="rect">
            <a:avLst/>
          </a:prstGeom>
          <a:noFill/>
        </p:spPr>
        <p:txBody>
          <a:bodyPr wrap="square">
            <a:spAutoFit/>
          </a:bodyPr>
          <a:lstStyle/>
          <a:p>
            <a:r>
              <a:rPr sz="1800" i="1">
                <a:solidFill>
                  <a:srgbClr val="C8D4E6"/>
                </a:solidFill>
              </a:rPr>
              <a:t>Sources → Ingestion → Storage → Processing → Serving → Governance</a:t>
            </a:r>
          </a:p>
        </p:txBody>
      </p:sp>
      <p:sp>
        <p:nvSpPr>
          <p:cNvPr id="4" name="Rounded Rectangle 3"/>
          <p:cNvSpPr/>
          <p:nvPr/>
        </p:nvSpPr>
        <p:spPr>
          <a:xfrm>
            <a:off x="600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DATA PLANE</a:t>
            </a:r>
          </a:p>
          <a:p>
            <a:pPr/>
            <a:r>
              <a:rPr sz="1800" b="0">
                <a:solidFill>
                  <a:srgbClr val="FFFFFF"/>
                </a:solidFill>
              </a:rPr>
              <a:t>• Sources: SIS (pseudonymised), teacher content, national curricula, devices</a:t>
            </a:r>
          </a:p>
          <a:p>
            <a:pPr/>
            <a:r>
              <a:rPr sz="1800" b="0">
                <a:solidFill>
                  <a:srgbClr val="FFFFFF"/>
                </a:solidFill>
              </a:rPr>
              <a:t>• Ingestion: APIM (front door) + Event Hubs + ADF (batch)</a:t>
            </a:r>
          </a:p>
          <a:p>
            <a:pPr/>
            <a:r>
              <a:rPr sz="1800" b="0">
                <a:solidFill>
                  <a:srgbClr val="FFFFFF"/>
                </a:solidFill>
              </a:rPr>
              <a:t>• Storage: Fabric OneLake (Bronze/Silver/Gold) + Feature Store + immutable audit</a:t>
            </a:r>
          </a:p>
          <a:p>
            <a:pPr/>
            <a:r>
              <a:rPr sz="1800" b="0">
                <a:solidFill>
                  <a:srgbClr val="FFFFFF"/>
                </a:solidFill>
              </a:rPr>
              <a:t>• Keys: Azure Key Vault Managed HSM (CMK on all stores)</a:t>
            </a:r>
          </a:p>
        </p:txBody>
      </p:sp>
      <p:sp>
        <p:nvSpPr>
          <p:cNvPr id="5" name="Rounded Rectangle 4"/>
          <p:cNvSpPr/>
          <p:nvPr/>
        </p:nvSpPr>
        <p:spPr>
          <a:xfrm>
            <a:off x="6216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AI + SERVING</a:t>
            </a:r>
          </a:p>
          <a:p>
            <a:pPr/>
            <a:r>
              <a:rPr sz="1800" b="0">
                <a:solidFill>
                  <a:srgbClr val="FFFFFF"/>
                </a:solidFill>
              </a:rPr>
              <a:t>• Training: Azure ML (federated runtime + DP) + Confidential Computing</a:t>
            </a:r>
          </a:p>
          <a:p>
            <a:pPr/>
            <a:r>
              <a:rPr sz="1800" b="0">
                <a:solidFill>
                  <a:srgbClr val="FFFFFF"/>
                </a:solidFill>
              </a:rPr>
              <a:t>• Generation: Azure OpenAI + AI Search (RAG) + Content Safety gate</a:t>
            </a:r>
          </a:p>
          <a:p>
            <a:pPr/>
            <a:r>
              <a:rPr sz="1800" b="0">
                <a:solidFill>
                  <a:srgbClr val="FFFFFF"/>
                </a:solidFill>
              </a:rPr>
              <a:t>• Serving: ONNX on-device (default) + AML Online Endpoints (fallback)</a:t>
            </a:r>
          </a:p>
          <a:p>
            <a:pPr/>
            <a:r>
              <a:rPr sz="1800" b="0">
                <a:solidFill>
                  <a:srgbClr val="FFFFFF"/>
                </a:solidFill>
              </a:rPr>
              <a:t>• Surfaces: Teacher Console · Learner Web · Parent Portal · Power BI in Fabric</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FFFFFF"/>
                </a:solidFill>
              </a:rPr>
              <a:t>A2 · Eight Azure services, EU-only, with role</a:t>
            </a:r>
          </a:p>
        </p:txBody>
      </p:sp>
      <p:sp>
        <p:nvSpPr>
          <p:cNvPr id="3" name="TextBox 2"/>
          <p:cNvSpPr txBox="1"/>
          <p:nvPr/>
        </p:nvSpPr>
        <p:spPr>
          <a:xfrm>
            <a:off x="640000" y="950000"/>
            <a:ext cx="10912000" cy="360000"/>
          </a:xfrm>
          <a:prstGeom prst="rect">
            <a:avLst/>
          </a:prstGeom>
          <a:noFill/>
        </p:spPr>
        <p:txBody>
          <a:bodyPr wrap="square">
            <a:spAutoFit/>
          </a:bodyPr>
          <a:lstStyle/>
          <a:p>
            <a:r>
              <a:rPr sz="1800" i="1">
                <a:solidFill>
                  <a:srgbClr val="C8D4E6"/>
                </a:solidFill>
              </a:rPr>
              <a:t>Exact match to the case-study service list</a:t>
            </a:r>
          </a:p>
        </p:txBody>
      </p:sp>
      <p:sp>
        <p:nvSpPr>
          <p:cNvPr id="4" name="Rounded Rectangle 3"/>
          <p:cNvSpPr/>
          <p:nvPr/>
        </p:nvSpPr>
        <p:spPr>
          <a:xfrm>
            <a:off x="600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IDENTITY, DATA, SECURITY</a:t>
            </a:r>
          </a:p>
          <a:p>
            <a:pPr/>
            <a:r>
              <a:rPr sz="1800" b="0">
                <a:solidFill>
                  <a:srgbClr val="FFFFFF"/>
                </a:solidFill>
              </a:rPr>
              <a:t>• Azure AD B2C — parent/learner identity, per-country tenants</a:t>
            </a:r>
          </a:p>
          <a:p>
            <a:pPr/>
            <a:r>
              <a:rPr sz="1800" b="0">
                <a:solidFill>
                  <a:srgbClr val="FFFFFF"/>
                </a:solidFill>
              </a:rPr>
              <a:t>• Microsoft Fabric — OneLake + Notebooks + embedded Power BI</a:t>
            </a:r>
          </a:p>
          <a:p>
            <a:pPr/>
            <a:r>
              <a:rPr sz="1800" b="0">
                <a:solidFill>
                  <a:srgbClr val="FFFFFF"/>
                </a:solidFill>
              </a:rPr>
              <a:t>• Microsoft Purview — catalog, sensitivity labels, lineage, DLP</a:t>
            </a:r>
          </a:p>
          <a:p>
            <a:pPr/>
            <a:r>
              <a:rPr sz="1800" b="0">
                <a:solidFill>
                  <a:srgbClr val="FFFFFF"/>
                </a:solidFill>
              </a:rPr>
              <a:t>• Azure API Management — single entry, OAuth 2.0, rate-limit, OWASP</a:t>
            </a:r>
          </a:p>
        </p:txBody>
      </p:sp>
      <p:sp>
        <p:nvSpPr>
          <p:cNvPr id="5" name="Rounded Rectangle 4"/>
          <p:cNvSpPr/>
          <p:nvPr/>
        </p:nvSpPr>
        <p:spPr>
          <a:xfrm>
            <a:off x="6216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AI + OBSERVABILITY</a:t>
            </a:r>
          </a:p>
          <a:p>
            <a:pPr/>
            <a:r>
              <a:rPr sz="1800" b="0">
                <a:solidFill>
                  <a:srgbClr val="FFFFFF"/>
                </a:solidFill>
              </a:rPr>
              <a:t>• Azure Machine Learning — adaptive + assessment models, registry, monitoring</a:t>
            </a:r>
          </a:p>
          <a:p>
            <a:pPr/>
            <a:r>
              <a:rPr sz="1800" b="0">
                <a:solidFill>
                  <a:srgbClr val="FFFFFF"/>
                </a:solidFill>
              </a:rPr>
              <a:t>• Azure OpenAI — localisation + formative feedback (EU Data Boundary)</a:t>
            </a:r>
          </a:p>
          <a:p>
            <a:pPr/>
            <a:r>
              <a:rPr sz="1800" b="0">
                <a:solidFill>
                  <a:srgbClr val="FFFFFF"/>
                </a:solidFill>
              </a:rPr>
              <a:t>• Azure AI Content Safety — gate on every generative output</a:t>
            </a:r>
          </a:p>
          <a:p>
            <a:pPr/>
            <a:r>
              <a:rPr sz="1800" b="0">
                <a:solidFill>
                  <a:srgbClr val="FFFFFF"/>
                </a:solidFill>
              </a:rPr>
              <a:t>• Power BI — teacher/school/ministry dashboards (embedded in Fabric)</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FFFFFF"/>
                </a:solidFill>
              </a:rPr>
              <a:t>A3 · Three data flows, three privacy regimes</a:t>
            </a:r>
          </a:p>
        </p:txBody>
      </p:sp>
      <p:sp>
        <p:nvSpPr>
          <p:cNvPr id="3" name="TextBox 2"/>
          <p:cNvSpPr txBox="1"/>
          <p:nvPr/>
        </p:nvSpPr>
        <p:spPr>
          <a:xfrm>
            <a:off x="640000" y="950000"/>
            <a:ext cx="10912000" cy="360000"/>
          </a:xfrm>
          <a:prstGeom prst="rect">
            <a:avLst/>
          </a:prstGeom>
          <a:noFill/>
        </p:spPr>
        <p:txBody>
          <a:bodyPr wrap="square">
            <a:spAutoFit/>
          </a:bodyPr>
          <a:lstStyle/>
          <a:p>
            <a:r>
              <a:rPr sz="1800" i="1">
                <a:solidFill>
                  <a:srgbClr val="C8D4E6"/>
                </a:solidFill>
              </a:rPr>
              <a:t>Personalisation · grading · localisation</a:t>
            </a:r>
          </a:p>
        </p:txBody>
      </p:sp>
      <p:sp>
        <p:nvSpPr>
          <p:cNvPr id="4" name="Rounded Rectangle 3"/>
          <p:cNvSpPr/>
          <p:nvPr/>
        </p:nvSpPr>
        <p:spPr>
          <a:xfrm>
            <a:off x="600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PERSONALISATION LOOP</a:t>
            </a:r>
          </a:p>
          <a:p>
            <a:pPr/>
            <a:r>
              <a:rPr sz="1800" b="0">
                <a:solidFill>
                  <a:srgbClr val="FFFFFF"/>
                </a:solidFill>
              </a:rPr>
              <a:t>• Default = on-device inference (ONNX); no learner-level data sent</a:t>
            </a:r>
          </a:p>
          <a:p>
            <a:pPr/>
            <a:r>
              <a:rPr sz="1800" b="0">
                <a:solidFill>
                  <a:srgbClr val="FFFFFF"/>
                </a:solidFill>
              </a:rPr>
              <a:t>• Periodic federated round: device → DP-protected gradients → secure aggregation</a:t>
            </a:r>
          </a:p>
          <a:p>
            <a:pPr/>
            <a:r>
              <a:rPr sz="1800" b="0">
                <a:solidFill>
                  <a:srgbClr val="FFFFFF"/>
                </a:solidFill>
              </a:rPr>
              <a:t>• Updated model published to registry → re-deployed to devices</a:t>
            </a:r>
          </a:p>
          <a:p>
            <a:pPr/>
            <a:r>
              <a:rPr sz="1800" b="0">
                <a:solidFill>
                  <a:srgbClr val="FFFFFF"/>
                </a:solidFill>
              </a:rPr>
              <a:t>• Centralised training never sees raw learner data</a:t>
            </a:r>
          </a:p>
        </p:txBody>
      </p:sp>
      <p:sp>
        <p:nvSpPr>
          <p:cNvPr id="5" name="Rounded Rectangle 4"/>
          <p:cNvSpPr/>
          <p:nvPr/>
        </p:nvSpPr>
        <p:spPr>
          <a:xfrm>
            <a:off x="6216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GRADING &amp; LOCALISATION</a:t>
            </a:r>
          </a:p>
          <a:p>
            <a:pPr/>
            <a:r>
              <a:rPr sz="1800" b="0">
                <a:solidFill>
                  <a:srgbClr val="FFFFFF"/>
                </a:solidFill>
              </a:rPr>
              <a:t>• Grading: submission → APIM → AML endpoint (no payload retention) → teacher review</a:t>
            </a:r>
          </a:p>
          <a:p>
            <a:pPr/>
            <a:r>
              <a:rPr sz="1800" b="0">
                <a:solidFill>
                  <a:srgbClr val="FFFFFF"/>
                </a:solidFill>
              </a:rPr>
              <a:t>• Localisation: source content → AI Search retrieval → Azure OpenAI → reviewer</a:t>
            </a:r>
          </a:p>
          <a:p>
            <a:pPr/>
            <a:r>
              <a:rPr sz="1800" b="0">
                <a:solidFill>
                  <a:srgbClr val="FFFFFF"/>
                </a:solidFill>
              </a:rPr>
              <a:t>• All generative outputs pass Content Safety before reaching surface</a:t>
            </a:r>
          </a:p>
          <a:p>
            <a:pPr/>
            <a:r>
              <a:rPr sz="1800" b="0">
                <a:solidFill>
                  <a:srgbClr val="FFFFFF"/>
                </a:solidFill>
              </a:rPr>
              <a:t>• Audit log written for every AI decision (AI Act Art. 12)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FFFFFF"/>
                </a:solidFill>
              </a:rPr>
              <a:t>A4 · GDPR Article 8 — strictest interpretation, by default</a:t>
            </a:r>
          </a:p>
        </p:txBody>
      </p:sp>
      <p:sp>
        <p:nvSpPr>
          <p:cNvPr id="3" name="TextBox 2"/>
          <p:cNvSpPr txBox="1"/>
          <p:nvPr/>
        </p:nvSpPr>
        <p:spPr>
          <a:xfrm>
            <a:off x="640000" y="950000"/>
            <a:ext cx="10912000" cy="360000"/>
          </a:xfrm>
          <a:prstGeom prst="rect">
            <a:avLst/>
          </a:prstGeom>
          <a:noFill/>
        </p:spPr>
        <p:txBody>
          <a:bodyPr wrap="square">
            <a:spAutoFit/>
          </a:bodyPr>
          <a:lstStyle/>
          <a:p>
            <a:r>
              <a:rPr sz="1800" i="1">
                <a:solidFill>
                  <a:srgbClr val="C8D4E6"/>
                </a:solidFill>
              </a:rPr>
              <a:t>Consent age 16 · DPIA per market · erasure 30 days</a:t>
            </a:r>
          </a:p>
        </p:txBody>
      </p:sp>
      <p:sp>
        <p:nvSpPr>
          <p:cNvPr id="4" name="Rounded Rectangle 3"/>
          <p:cNvSpPr/>
          <p:nvPr/>
        </p:nvSpPr>
        <p:spPr>
          <a:xfrm>
            <a:off x="600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LAWFUL BASIS &amp; CONSENT</a:t>
            </a:r>
          </a:p>
          <a:p>
            <a:pPr/>
            <a:r>
              <a:rPr sz="1800" b="0">
                <a:solidFill>
                  <a:srgbClr val="FFFFFF"/>
                </a:solidFill>
              </a:rPr>
              <a:t>• Default consent age: 16 (NL standard, strictest of 5 markets)</a:t>
            </a:r>
          </a:p>
          <a:p>
            <a:pPr/>
            <a:r>
              <a:rPr sz="1800" b="0">
                <a:solidFill>
                  <a:srgbClr val="FFFFFF"/>
                </a:solidFill>
              </a:rPr>
              <a:t>• Guardian consent flow for under-16 via verifiable parent identity</a:t>
            </a:r>
          </a:p>
          <a:p>
            <a:pPr/>
            <a:r>
              <a:rPr sz="1800" b="0">
                <a:solidFill>
                  <a:srgbClr val="FFFFFF"/>
                </a:solidFill>
              </a:rPr>
              <a:t>• Lawful basis matrix: contract (school) + consent (personalisation) + legitimate interest (security)</a:t>
            </a:r>
          </a:p>
          <a:p>
            <a:pPr/>
            <a:r>
              <a:rPr sz="1800" b="0">
                <a:solidFill>
                  <a:srgbClr val="FFFFFF"/>
                </a:solidFill>
              </a:rPr>
              <a:t>• Records of Processing (Art. 30) maintained per market</a:t>
            </a:r>
          </a:p>
        </p:txBody>
      </p:sp>
      <p:sp>
        <p:nvSpPr>
          <p:cNvPr id="5" name="Rounded Rectangle 4"/>
          <p:cNvSpPr/>
          <p:nvPr/>
        </p:nvSpPr>
        <p:spPr>
          <a:xfrm>
            <a:off x="6216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RIGHTS &amp; EVIDENCE</a:t>
            </a:r>
          </a:p>
          <a:p>
            <a:pPr/>
            <a:r>
              <a:rPr sz="1800" b="0">
                <a:solidFill>
                  <a:srgbClr val="FFFFFF"/>
                </a:solidFill>
              </a:rPr>
              <a:t>• Subject Access Request — automated, 30-day SLA</a:t>
            </a:r>
          </a:p>
          <a:p>
            <a:pPr/>
            <a:r>
              <a:rPr sz="1800" b="0">
                <a:solidFill>
                  <a:srgbClr val="FFFFFF"/>
                </a:solidFill>
              </a:rPr>
              <a:t>• Right to erasure cascades through Purview lineage — vérifiable</a:t>
            </a:r>
          </a:p>
          <a:p>
            <a:pPr/>
            <a:r>
              <a:rPr sz="1800" b="0">
                <a:solidFill>
                  <a:srgbClr val="FFFFFF"/>
                </a:solidFill>
              </a:rPr>
              <a:t>• DPIA per market, refreshed annually or on material change</a:t>
            </a:r>
          </a:p>
          <a:p>
            <a:pPr/>
            <a:r>
              <a:rPr sz="1800" b="0">
                <a:solidFill>
                  <a:srgbClr val="FFFFFF"/>
                </a:solidFill>
              </a:rPr>
              <a:t>• Annual GDPR Art. 30 review at Steering Committee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FFFFFF"/>
                </a:solidFill>
              </a:rPr>
              <a:t>A5 · High-risk obligations, mapped article-by-article</a:t>
            </a:r>
          </a:p>
        </p:txBody>
      </p:sp>
      <p:sp>
        <p:nvSpPr>
          <p:cNvPr id="3" name="TextBox 2"/>
          <p:cNvSpPr txBox="1"/>
          <p:nvPr/>
        </p:nvSpPr>
        <p:spPr>
          <a:xfrm>
            <a:off x="640000" y="950000"/>
            <a:ext cx="10912000" cy="360000"/>
          </a:xfrm>
          <a:prstGeom prst="rect">
            <a:avLst/>
          </a:prstGeom>
          <a:noFill/>
        </p:spPr>
        <p:txBody>
          <a:bodyPr wrap="square">
            <a:spAutoFit/>
          </a:bodyPr>
          <a:lstStyle/>
          <a:p>
            <a:r>
              <a:rPr sz="1800" i="1">
                <a:solidFill>
                  <a:srgbClr val="C8D4E6"/>
                </a:solidFill>
              </a:rPr>
              <a:t>Annex III §3 · Art. 9, 10, 11, 12, 13, 14, 15, 43, 72, 73</a:t>
            </a:r>
          </a:p>
        </p:txBody>
      </p:sp>
      <p:sp>
        <p:nvSpPr>
          <p:cNvPr id="4" name="Rounded Rectangle 3"/>
          <p:cNvSpPr/>
          <p:nvPr/>
        </p:nvSpPr>
        <p:spPr>
          <a:xfrm>
            <a:off x="600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BUILD OBLIGATIONS</a:t>
            </a:r>
          </a:p>
          <a:p>
            <a:pPr/>
            <a:r>
              <a:rPr sz="1800" b="0">
                <a:solidFill>
                  <a:srgbClr val="FFFFFF"/>
                </a:solidFill>
              </a:rPr>
              <a:t>• Art. 9 · risk-management system per feature</a:t>
            </a:r>
          </a:p>
          <a:p>
            <a:pPr/>
            <a:r>
              <a:rPr sz="1800" b="0">
                <a:solidFill>
                  <a:srgbClr val="FFFFFF"/>
                </a:solidFill>
              </a:rPr>
              <a:t>• Art. 10 · data &amp; data governance (quality, bias, representativeness)</a:t>
            </a:r>
          </a:p>
          <a:p>
            <a:pPr/>
            <a:r>
              <a:rPr sz="1800" b="0">
                <a:solidFill>
                  <a:srgbClr val="FFFFFF"/>
                </a:solidFill>
              </a:rPr>
              <a:t>• Art. 11 · technical documentation (Annex IV file)</a:t>
            </a:r>
          </a:p>
          <a:p>
            <a:pPr/>
            <a:r>
              <a:rPr sz="1800" b="0">
                <a:solidFill>
                  <a:srgbClr val="FFFFFF"/>
                </a:solidFill>
              </a:rPr>
              <a:t>• Art. 12 · logging — immutable, 6-month minimum retention</a:t>
            </a:r>
          </a:p>
          <a:p>
            <a:pPr/>
            <a:r>
              <a:rPr sz="1800" b="0">
                <a:solidFill>
                  <a:srgbClr val="FFFFFF"/>
                </a:solidFill>
              </a:rPr>
              <a:t>• Art. 13 · transparency for users (teacher + parent)</a:t>
            </a:r>
          </a:p>
        </p:txBody>
      </p:sp>
      <p:sp>
        <p:nvSpPr>
          <p:cNvPr id="5" name="Rounded Rectangle 4"/>
          <p:cNvSpPr/>
          <p:nvPr/>
        </p:nvSpPr>
        <p:spPr>
          <a:xfrm>
            <a:off x="6216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OPERATE OBLIGATIONS</a:t>
            </a:r>
          </a:p>
          <a:p>
            <a:pPr/>
            <a:r>
              <a:rPr sz="1800" b="0">
                <a:solidFill>
                  <a:srgbClr val="FFFFFF"/>
                </a:solidFill>
              </a:rPr>
              <a:t>• Art. 14 · human oversight (teacher-in-the-loop, kill switch)</a:t>
            </a:r>
          </a:p>
          <a:p>
            <a:pPr/>
            <a:r>
              <a:rPr sz="1800" b="0">
                <a:solidFill>
                  <a:srgbClr val="FFFFFF"/>
                </a:solidFill>
              </a:rPr>
              <a:t>• Art. 15 · accuracy, robustness, cybersecurity</a:t>
            </a:r>
          </a:p>
          <a:p>
            <a:pPr/>
            <a:r>
              <a:rPr sz="1800" b="0">
                <a:solidFill>
                  <a:srgbClr val="FFFFFF"/>
                </a:solidFill>
              </a:rPr>
              <a:t>• Art. 43 · conformity assessment + CE marking (target M10)</a:t>
            </a:r>
          </a:p>
          <a:p>
            <a:pPr/>
            <a:r>
              <a:rPr sz="1800" b="0">
                <a:solidFill>
                  <a:srgbClr val="FFFFFF"/>
                </a:solidFill>
              </a:rPr>
              <a:t>• Art. 72 · post-market monitoring (live from first pilot)</a:t>
            </a:r>
          </a:p>
          <a:p>
            <a:pPr/>
            <a:r>
              <a:rPr sz="1800" b="0">
                <a:solidFill>
                  <a:srgbClr val="FFFFFF"/>
                </a:solidFill>
              </a:rPr>
              <a:t>• Art. 73 · serious-incident reporting (drilled IR, statutory window)</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FFFFFF"/>
                </a:solidFill>
              </a:rPr>
              <a:t>A6 · On-device · Federated · Differential Privacy · Confidential Compute</a:t>
            </a:r>
          </a:p>
        </p:txBody>
      </p:sp>
      <p:sp>
        <p:nvSpPr>
          <p:cNvPr id="3" name="TextBox 2"/>
          <p:cNvSpPr txBox="1"/>
          <p:nvPr/>
        </p:nvSpPr>
        <p:spPr>
          <a:xfrm>
            <a:off x="640000" y="950000"/>
            <a:ext cx="10912000" cy="360000"/>
          </a:xfrm>
          <a:prstGeom prst="rect">
            <a:avLst/>
          </a:prstGeom>
          <a:noFill/>
        </p:spPr>
        <p:txBody>
          <a:bodyPr wrap="square">
            <a:spAutoFit/>
          </a:bodyPr>
          <a:lstStyle/>
          <a:p>
            <a:r>
              <a:rPr sz="1800" i="1">
                <a:solidFill>
                  <a:srgbClr val="C8D4E6"/>
                </a:solidFill>
              </a:rPr>
              <a:t>Production-grade, EU-resident, defensible</a:t>
            </a:r>
          </a:p>
        </p:txBody>
      </p:sp>
      <p:sp>
        <p:nvSpPr>
          <p:cNvPr id="4" name="Rounded Rectangle 3"/>
          <p:cNvSpPr/>
          <p:nvPr/>
        </p:nvSpPr>
        <p:spPr>
          <a:xfrm>
            <a:off x="600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TECHNIQUES</a:t>
            </a:r>
          </a:p>
          <a:p>
            <a:pPr/>
            <a:r>
              <a:rPr sz="1800" b="0">
                <a:solidFill>
                  <a:srgbClr val="FFFFFF"/>
                </a:solidFill>
              </a:rPr>
              <a:t>• Default: on-device inference (ONNX Runtime Web / mobile)</a:t>
            </a:r>
          </a:p>
          <a:p>
            <a:pPr/>
            <a:r>
              <a:rPr sz="1800" b="0">
                <a:solidFill>
                  <a:srgbClr val="FFFFFF"/>
                </a:solidFill>
              </a:rPr>
              <a:t>• Federated training: device computes gradients locally</a:t>
            </a:r>
          </a:p>
          <a:p>
            <a:pPr/>
            <a:r>
              <a:rPr sz="1800" b="0">
                <a:solidFill>
                  <a:srgbClr val="FFFFFF"/>
                </a:solidFill>
              </a:rPr>
              <a:t>• Differential Privacy: noise added before transmission (ε budget tracked)</a:t>
            </a:r>
          </a:p>
          <a:p>
            <a:pPr/>
            <a:r>
              <a:rPr sz="1800" b="0">
                <a:solidFill>
                  <a:srgbClr val="FFFFFF"/>
                </a:solidFill>
              </a:rPr>
              <a:t>• Secure aggregation in Azure Confidential VMs / AKS</a:t>
            </a:r>
          </a:p>
        </p:txBody>
      </p:sp>
      <p:sp>
        <p:nvSpPr>
          <p:cNvPr id="5" name="Rounded Rectangle 4"/>
          <p:cNvSpPr/>
          <p:nvPr/>
        </p:nvSpPr>
        <p:spPr>
          <a:xfrm>
            <a:off x="6216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WHY IT WORKS</a:t>
            </a:r>
          </a:p>
          <a:p>
            <a:pPr/>
            <a:r>
              <a:rPr sz="1800" b="0">
                <a:solidFill>
                  <a:srgbClr val="FFFFFF"/>
                </a:solidFill>
              </a:rPr>
              <a:t>• Raw learner data never leaves device under default flow</a:t>
            </a:r>
          </a:p>
          <a:p>
            <a:pPr/>
            <a:r>
              <a:rPr sz="1800" b="0">
                <a:solidFill>
                  <a:srgbClr val="FFFFFF"/>
                </a:solidFill>
              </a:rPr>
              <a:t>• Centralised training only on opt-in cohorts with explicit consent</a:t>
            </a:r>
          </a:p>
          <a:p>
            <a:pPr/>
            <a:r>
              <a:rPr sz="1800" b="0">
                <a:solidFill>
                  <a:srgbClr val="FFFFFF"/>
                </a:solidFill>
              </a:rPr>
              <a:t>• Confidential Computing protects against the cloud operator itself</a:t>
            </a:r>
          </a:p>
          <a:p>
            <a:pPr/>
            <a:r>
              <a:rPr sz="1800" b="0">
                <a:solidFill>
                  <a:srgbClr val="FFFFFF"/>
                </a:solidFill>
              </a:rPr>
              <a:t>• Feature store carries no PII; lineage proves it in Purview</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FFFFFF"/>
                </a:solidFill>
              </a:rPr>
              <a:t>A7 · Right-sized model per task, gated release</a:t>
            </a:r>
          </a:p>
        </p:txBody>
      </p:sp>
      <p:sp>
        <p:nvSpPr>
          <p:cNvPr id="3" name="TextBox 2"/>
          <p:cNvSpPr txBox="1"/>
          <p:nvPr/>
        </p:nvSpPr>
        <p:spPr>
          <a:xfrm>
            <a:off x="640000" y="950000"/>
            <a:ext cx="10912000" cy="360000"/>
          </a:xfrm>
          <a:prstGeom prst="rect">
            <a:avLst/>
          </a:prstGeom>
          <a:noFill/>
        </p:spPr>
        <p:txBody>
          <a:bodyPr wrap="square">
            <a:spAutoFit/>
          </a:bodyPr>
          <a:lstStyle/>
          <a:p>
            <a:r>
              <a:rPr sz="1800" i="1">
                <a:solidFill>
                  <a:srgbClr val="C8D4E6"/>
                </a:solidFill>
              </a:rPr>
              <a:t>Frontier where it matters; small + fine-tuned everywhere else</a:t>
            </a:r>
          </a:p>
        </p:txBody>
      </p:sp>
      <p:sp>
        <p:nvSpPr>
          <p:cNvPr id="4" name="Rounded Rectangle 3"/>
          <p:cNvSpPr/>
          <p:nvPr/>
        </p:nvSpPr>
        <p:spPr>
          <a:xfrm>
            <a:off x="600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SELECTION</a:t>
            </a:r>
          </a:p>
          <a:p>
            <a:pPr/>
            <a:r>
              <a:rPr sz="1800" b="0">
                <a:solidFill>
                  <a:srgbClr val="FFFFFF"/>
                </a:solidFill>
              </a:rPr>
              <a:t>• Adaptive learner: custom small model trained on synthetic + federated data</a:t>
            </a:r>
          </a:p>
          <a:p>
            <a:pPr/>
            <a:r>
              <a:rPr sz="1800" b="0">
                <a:solidFill>
                  <a:srgbClr val="FFFFFF"/>
                </a:solidFill>
              </a:rPr>
              <a:t>• Assessment: fine-tuned Phi-class for structured grading</a:t>
            </a:r>
          </a:p>
          <a:p>
            <a:pPr/>
            <a:r>
              <a:rPr sz="1800" b="0">
                <a:solidFill>
                  <a:srgbClr val="FFFFFF"/>
                </a:solidFill>
              </a:rPr>
              <a:t>• Localisation: Azure OpenAI GPT-class with RAG + glossary grounding</a:t>
            </a:r>
          </a:p>
          <a:p>
            <a:pPr/>
            <a:r>
              <a:rPr sz="1800" b="0">
                <a:solidFill>
                  <a:srgbClr val="FFFFFF"/>
                </a:solidFill>
              </a:rPr>
              <a:t>• Routing: small-first, escalate only when confidence &lt; threshold</a:t>
            </a:r>
          </a:p>
        </p:txBody>
      </p:sp>
      <p:sp>
        <p:nvSpPr>
          <p:cNvPr id="5" name="Rounded Rectangle 4"/>
          <p:cNvSpPr/>
          <p:nvPr/>
        </p:nvSpPr>
        <p:spPr>
          <a:xfrm>
            <a:off x="6216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EVALUATION GATES</a:t>
            </a:r>
          </a:p>
          <a:p>
            <a:pPr/>
            <a:r>
              <a:rPr sz="1800" b="0">
                <a:solidFill>
                  <a:srgbClr val="FFFFFF"/>
                </a:solidFill>
              </a:rPr>
              <a:t>• Fairness: per-cohort disparity ≤ 5 pp (gating)</a:t>
            </a:r>
          </a:p>
          <a:p>
            <a:pPr/>
            <a:r>
              <a:rPr sz="1800" b="0">
                <a:solidFill>
                  <a:srgbClr val="FFFFFF"/>
                </a:solidFill>
              </a:rPr>
              <a:t>• Calibration: ECE ≤ 0.05</a:t>
            </a:r>
          </a:p>
          <a:p>
            <a:pPr/>
            <a:r>
              <a:rPr sz="1800" b="0">
                <a:solidFill>
                  <a:srgbClr val="FFFFFF"/>
                </a:solidFill>
              </a:rPr>
              <a:t>• Safety: 0 critical Content Safety failures in eval suite</a:t>
            </a:r>
          </a:p>
          <a:p>
            <a:pPr/>
            <a:r>
              <a:rPr sz="1800" b="0">
                <a:solidFill>
                  <a:srgbClr val="FFFFFF"/>
                </a:solidFill>
              </a:rPr>
              <a:t>• Transparency: every decision must produce a teacher-readable explanation</a:t>
            </a:r>
          </a:p>
          <a:p>
            <a:pPr/>
            <a:r>
              <a:rPr sz="1800" b="0">
                <a:solidFill>
                  <a:srgbClr val="FFFFFF"/>
                </a:solidFill>
              </a:rPr>
              <a:t>• Re-evaluated quarterly; rollback playbook same-day</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FFFFFF"/>
                </a:solidFill>
              </a:rPr>
              <a:t>A8 · Nine specialist agents, one orchestrator, traceable decisions</a:t>
            </a:r>
          </a:p>
        </p:txBody>
      </p:sp>
      <p:sp>
        <p:nvSpPr>
          <p:cNvPr id="3" name="TextBox 2"/>
          <p:cNvSpPr txBox="1"/>
          <p:nvPr/>
        </p:nvSpPr>
        <p:spPr>
          <a:xfrm>
            <a:off x="640000" y="950000"/>
            <a:ext cx="10912000" cy="360000"/>
          </a:xfrm>
          <a:prstGeom prst="rect">
            <a:avLst/>
          </a:prstGeom>
          <a:noFill/>
        </p:spPr>
        <p:txBody>
          <a:bodyPr wrap="square">
            <a:spAutoFit/>
          </a:bodyPr>
          <a:lstStyle/>
          <a:p>
            <a:r>
              <a:rPr sz="1800" i="1">
                <a:solidFill>
                  <a:srgbClr val="C8D4E6"/>
                </a:solidFill>
              </a:rPr>
              <a:t>Spec-driven · accountable · audited</a:t>
            </a:r>
          </a:p>
        </p:txBody>
      </p:sp>
      <p:sp>
        <p:nvSpPr>
          <p:cNvPr id="4" name="Rounded Rectangle 3"/>
          <p:cNvSpPr/>
          <p:nvPr/>
        </p:nvSpPr>
        <p:spPr>
          <a:xfrm>
            <a:off x="600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ROLES</a:t>
            </a:r>
          </a:p>
          <a:p>
            <a:pPr/>
            <a:r>
              <a:rPr sz="1800" b="0">
                <a:solidFill>
                  <a:srgbClr val="FFFFFF"/>
                </a:solidFill>
              </a:rPr>
              <a:t>• EdTech Program Orchestrator — coordinates, synthesises</a:t>
            </a:r>
          </a:p>
          <a:p>
            <a:pPr/>
            <a:r>
              <a:rPr sz="1800" b="0">
                <a:solidFill>
                  <a:srgbClr val="FFFFFF"/>
                </a:solidFill>
              </a:rPr>
              <a:t>• EU AI Act Compliance Officer · GDPR Children's Data Specialist</a:t>
            </a:r>
          </a:p>
          <a:p>
            <a:pPr/>
            <a:r>
              <a:rPr sz="1800" b="0">
                <a:solidFill>
                  <a:srgbClr val="FFFFFF"/>
                </a:solidFill>
              </a:rPr>
              <a:t>• Privacy-Preserving ML Engineer · Learning Sciences Expert</a:t>
            </a:r>
          </a:p>
          <a:p>
            <a:pPr/>
            <a:r>
              <a:rPr sz="1800" b="0">
                <a:solidFill>
                  <a:srgbClr val="FFFFFF"/>
                </a:solidFill>
              </a:rPr>
              <a:t>• Multilingual Content Localisation Lead · Responsible AI Evaluator</a:t>
            </a:r>
          </a:p>
        </p:txBody>
      </p:sp>
      <p:sp>
        <p:nvSpPr>
          <p:cNvPr id="5" name="Rounded Rectangle 4"/>
          <p:cNvSpPr/>
          <p:nvPr/>
        </p:nvSpPr>
        <p:spPr>
          <a:xfrm>
            <a:off x="6216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PATTERN</a:t>
            </a:r>
          </a:p>
          <a:p>
            <a:pPr/>
            <a:r>
              <a:rPr sz="1800" b="0">
                <a:solidFill>
                  <a:srgbClr val="FFFFFF"/>
                </a:solidFill>
              </a:rPr>
              <a:t>• Cross-Agent QA &amp; Verifier audits every other agent's output</a:t>
            </a:r>
          </a:p>
          <a:p>
            <a:pPr/>
            <a:r>
              <a:rPr sz="1800" b="0">
                <a:solidFill>
                  <a:srgbClr val="FFFFFF"/>
                </a:solidFill>
              </a:rPr>
              <a:t>• Demo Deployment Agent owns end-to-end environment provisioning</a:t>
            </a:r>
          </a:p>
          <a:p>
            <a:pPr/>
            <a:r>
              <a:rPr sz="1800" b="0">
                <a:solidFill>
                  <a:srgbClr val="FFFFFF"/>
                </a:solidFill>
              </a:rPr>
              <a:t>• Spec Kit slash commands: constitution → specify → clarify → plan →</a:t>
            </a:r>
          </a:p>
          <a:p>
            <a:pPr/>
            <a:r>
              <a:rPr sz="1800" b="0">
                <a:solidFill>
                  <a:srgbClr val="FFFFFF"/>
                </a:solidFill>
              </a:rPr>
              <a:t>• Every decision lands in specs/&lt;NNN-feature&gt;/ — traceable forever</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FFFFFF"/>
                </a:solidFill>
              </a:rPr>
              <a:t>A9 · App Insights + immutable audit = AI Act Art. 12 ready</a:t>
            </a:r>
          </a:p>
        </p:txBody>
      </p:sp>
      <p:sp>
        <p:nvSpPr>
          <p:cNvPr id="3" name="TextBox 2"/>
          <p:cNvSpPr txBox="1"/>
          <p:nvPr/>
        </p:nvSpPr>
        <p:spPr>
          <a:xfrm>
            <a:off x="640000" y="950000"/>
            <a:ext cx="10912000" cy="360000"/>
          </a:xfrm>
          <a:prstGeom prst="rect">
            <a:avLst/>
          </a:prstGeom>
          <a:noFill/>
        </p:spPr>
        <p:txBody>
          <a:bodyPr wrap="square">
            <a:spAutoFit/>
          </a:bodyPr>
          <a:lstStyle/>
          <a:p>
            <a:r>
              <a:rPr sz="1800" i="1">
                <a:solidFill>
                  <a:srgbClr val="C8D4E6"/>
                </a:solidFill>
              </a:rPr>
              <a:t>Every AI decision logged, queryable, defensible</a:t>
            </a:r>
          </a:p>
        </p:txBody>
      </p:sp>
      <p:sp>
        <p:nvSpPr>
          <p:cNvPr id="4" name="Rounded Rectangle 3"/>
          <p:cNvSpPr/>
          <p:nvPr/>
        </p:nvSpPr>
        <p:spPr>
          <a:xfrm>
            <a:off x="600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TELEMETRY</a:t>
            </a:r>
          </a:p>
          <a:p>
            <a:pPr/>
            <a:r>
              <a:rPr sz="1800" b="0">
                <a:solidFill>
                  <a:srgbClr val="FFFFFF"/>
                </a:solidFill>
              </a:rPr>
              <a:t>• Application Insights per surface (Teacher · Learner · Parent · Admin)</a:t>
            </a:r>
          </a:p>
          <a:p>
            <a:pPr/>
            <a:r>
              <a:rPr sz="1800" b="0">
                <a:solidFill>
                  <a:srgbClr val="FFFFFF"/>
                </a:solidFill>
              </a:rPr>
              <a:t>• Custom events: ai_decision, override, content_safety_block, erasure_request</a:t>
            </a:r>
          </a:p>
          <a:p>
            <a:pPr/>
            <a:r>
              <a:rPr sz="1800" b="0">
                <a:solidFill>
                  <a:srgbClr val="FFFFFF"/>
                </a:solidFill>
              </a:rPr>
              <a:t>• Per-cohort fairness metrics aggregated continuously</a:t>
            </a:r>
          </a:p>
          <a:p>
            <a:pPr/>
            <a:r>
              <a:rPr sz="1800" b="0">
                <a:solidFill>
                  <a:srgbClr val="FFFFFF"/>
                </a:solidFill>
              </a:rPr>
              <a:t>• KQL workbooks for AI Act Art. 12 evidence on demand</a:t>
            </a:r>
          </a:p>
        </p:txBody>
      </p:sp>
      <p:sp>
        <p:nvSpPr>
          <p:cNvPr id="5" name="Rounded Rectangle 4"/>
          <p:cNvSpPr/>
          <p:nvPr/>
        </p:nvSpPr>
        <p:spPr>
          <a:xfrm>
            <a:off x="6216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IMMUTABLE AUDIT</a:t>
            </a:r>
          </a:p>
          <a:p>
            <a:pPr/>
            <a:r>
              <a:rPr sz="1800" b="0">
                <a:solidFill>
                  <a:srgbClr val="FFFFFF"/>
                </a:solidFill>
              </a:rPr>
              <a:t>• Azure Blob WORM storage, EU regions, 6-month minimum retention</a:t>
            </a:r>
          </a:p>
          <a:p>
            <a:pPr/>
            <a:r>
              <a:rPr sz="1800" b="0">
                <a:solidFill>
                  <a:srgbClr val="FFFFFF"/>
                </a:solidFill>
              </a:rPr>
              <a:t>• Append-only stream of every AI decision + override</a:t>
            </a:r>
          </a:p>
          <a:p>
            <a:pPr/>
            <a:r>
              <a:rPr sz="1800" b="0">
                <a:solidFill>
                  <a:srgbClr val="FFFFFF"/>
                </a:solidFill>
              </a:rPr>
              <a:t>• Tamper-evident hashes; quarterly integrity check</a:t>
            </a:r>
          </a:p>
          <a:p>
            <a:pPr/>
            <a:r>
              <a:rPr sz="1800" b="0">
                <a:solidFill>
                  <a:srgbClr val="FFFFFF"/>
                </a:solidFill>
              </a:rPr>
              <a:t>• Surfaced to RAI Council dashboard + Steering Committee monthly</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FFFFFF"/>
                </a:solidFill>
              </a:rPr>
              <a:t>A10 · SLOs designed for school-day peaks</a:t>
            </a:r>
          </a:p>
        </p:txBody>
      </p:sp>
      <p:sp>
        <p:nvSpPr>
          <p:cNvPr id="3" name="TextBox 2"/>
          <p:cNvSpPr txBox="1"/>
          <p:nvPr/>
        </p:nvSpPr>
        <p:spPr>
          <a:xfrm>
            <a:off x="640000" y="950000"/>
            <a:ext cx="10912000" cy="360000"/>
          </a:xfrm>
          <a:prstGeom prst="rect">
            <a:avLst/>
          </a:prstGeom>
          <a:noFill/>
        </p:spPr>
        <p:txBody>
          <a:bodyPr wrap="square">
            <a:spAutoFit/>
          </a:bodyPr>
          <a:lstStyle/>
          <a:p>
            <a:r>
              <a:rPr sz="1800" i="1">
                <a:solidFill>
                  <a:srgbClr val="C8D4E6"/>
                </a:solidFill>
              </a:rPr>
              <a:t>Latency, availability, scale — all measured on the wire</a:t>
            </a:r>
          </a:p>
        </p:txBody>
      </p:sp>
      <p:sp>
        <p:nvSpPr>
          <p:cNvPr id="4" name="Rounded Rectangle 3"/>
          <p:cNvSpPr/>
          <p:nvPr/>
        </p:nvSpPr>
        <p:spPr>
          <a:xfrm>
            <a:off x="600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SLOS</a:t>
            </a:r>
          </a:p>
          <a:p>
            <a:pPr/>
            <a:r>
              <a:rPr sz="1800" b="0">
                <a:solidFill>
                  <a:srgbClr val="FFFFFF"/>
                </a:solidFill>
              </a:rPr>
              <a:t>• API availability: 99.9% (excl. planned maintenance windows out of school hours)</a:t>
            </a:r>
          </a:p>
          <a:p>
            <a:pPr/>
            <a:r>
              <a:rPr sz="1800" b="0">
                <a:solidFill>
                  <a:srgbClr val="FFFFFF"/>
                </a:solidFill>
              </a:rPr>
              <a:t>• Adaptive picker p95 latency: ≤ 200 ms (on-device); ≤ 800 ms (fallback)</a:t>
            </a:r>
          </a:p>
          <a:p>
            <a:pPr/>
            <a:r>
              <a:rPr sz="1800" b="0">
                <a:solidFill>
                  <a:srgbClr val="FFFFFF"/>
                </a:solidFill>
              </a:rPr>
              <a:t>• Assessment grading p95: ≤ 3 s</a:t>
            </a:r>
          </a:p>
          <a:p>
            <a:pPr/>
            <a:r>
              <a:rPr sz="1800" b="0">
                <a:solidFill>
                  <a:srgbClr val="FFFFFF"/>
                </a:solidFill>
              </a:rPr>
              <a:t>• Localisation batch: 6-week SLA per market</a:t>
            </a:r>
          </a:p>
        </p:txBody>
      </p:sp>
      <p:sp>
        <p:nvSpPr>
          <p:cNvPr id="5" name="Rounded Rectangle 4"/>
          <p:cNvSpPr/>
          <p:nvPr/>
        </p:nvSpPr>
        <p:spPr>
          <a:xfrm>
            <a:off x="6216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RESILIENCE</a:t>
            </a:r>
          </a:p>
          <a:p>
            <a:pPr/>
            <a:r>
              <a:rPr sz="1800" b="0">
                <a:solidFill>
                  <a:srgbClr val="FFFFFF"/>
                </a:solidFill>
              </a:rPr>
              <a:t>• Multi-region within EU (West Europe ↔ North Europe; DE primary in Germany)</a:t>
            </a:r>
          </a:p>
          <a:p>
            <a:pPr/>
            <a:r>
              <a:rPr sz="1800" b="0">
                <a:solidFill>
                  <a:srgbClr val="FFFFFF"/>
                </a:solidFill>
              </a:rPr>
              <a:t>• DR drill quarterly; RPO ≤ 15 min, RTO ≤ 2 h</a:t>
            </a:r>
          </a:p>
          <a:p>
            <a:pPr/>
            <a:r>
              <a:rPr sz="1800" b="0">
                <a:solidFill>
                  <a:srgbClr val="FFFFFF"/>
                </a:solidFill>
              </a:rPr>
              <a:t>• APIM rate-limit per school to prevent noisy-neighbour</a:t>
            </a:r>
          </a:p>
          <a:p>
            <a:pPr/>
            <a:r>
              <a:rPr sz="1800" b="0">
                <a:solidFill>
                  <a:srgbClr val="FFFFFF"/>
                </a:solidFill>
              </a:rPr>
              <a:t>• Kill-switch wired per AI feature (sub-5-minute disable)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FFFFFF"/>
                </a:solidFill>
              </a:rPr>
              <a:t>A11 · Cost / learner / month is the FinOps north star</a:t>
            </a:r>
          </a:p>
        </p:txBody>
      </p:sp>
      <p:sp>
        <p:nvSpPr>
          <p:cNvPr id="3" name="TextBox 2"/>
          <p:cNvSpPr txBox="1"/>
          <p:nvPr/>
        </p:nvSpPr>
        <p:spPr>
          <a:xfrm>
            <a:off x="640000" y="950000"/>
            <a:ext cx="10912000" cy="360000"/>
          </a:xfrm>
          <a:prstGeom prst="rect">
            <a:avLst/>
          </a:prstGeom>
          <a:noFill/>
        </p:spPr>
        <p:txBody>
          <a:bodyPr wrap="square">
            <a:spAutoFit/>
          </a:bodyPr>
          <a:lstStyle/>
          <a:p>
            <a:r>
              <a:rPr sz="1800" i="1">
                <a:solidFill>
                  <a:srgbClr val="C8D4E6"/>
                </a:solidFill>
              </a:rPr>
              <a:t>Target ≤ €0.45 / learner / month at 3-market scale</a:t>
            </a:r>
          </a:p>
        </p:txBody>
      </p:sp>
      <p:sp>
        <p:nvSpPr>
          <p:cNvPr id="4" name="Rounded Rectangle 3"/>
          <p:cNvSpPr/>
          <p:nvPr/>
        </p:nvSpPr>
        <p:spPr>
          <a:xfrm>
            <a:off x="600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COST BREAKDOWN</a:t>
            </a:r>
          </a:p>
          <a:p>
            <a:pPr/>
            <a:r>
              <a:rPr sz="1800" b="0">
                <a:solidFill>
                  <a:srgbClr val="FFFFFF"/>
                </a:solidFill>
              </a:rPr>
              <a:t>• Azure compute &amp; storage: ~35% of run cost</a:t>
            </a:r>
          </a:p>
          <a:p>
            <a:pPr/>
            <a:r>
              <a:rPr sz="1800" b="0">
                <a:solidFill>
                  <a:srgbClr val="FFFFFF"/>
                </a:solidFill>
              </a:rPr>
              <a:t>• Azure OpenAI (localisation + grading): ~20% — biggest variable</a:t>
            </a:r>
          </a:p>
          <a:p>
            <a:pPr/>
            <a:r>
              <a:rPr sz="1800" b="0">
                <a:solidFill>
                  <a:srgbClr val="FFFFFF"/>
                </a:solidFill>
              </a:rPr>
              <a:t>• People (RAI, editorial, CSM, ops): ~35%</a:t>
            </a:r>
          </a:p>
          <a:p>
            <a:pPr/>
            <a:r>
              <a:rPr sz="1800" b="0">
                <a:solidFill>
                  <a:srgbClr val="FFFFFF"/>
                </a:solidFill>
              </a:rPr>
              <a:t>• Sub-processors + licences: ~10%</a:t>
            </a:r>
          </a:p>
        </p:txBody>
      </p:sp>
      <p:sp>
        <p:nvSpPr>
          <p:cNvPr id="5" name="Rounded Rectangle 4"/>
          <p:cNvSpPr/>
          <p:nvPr/>
        </p:nvSpPr>
        <p:spPr>
          <a:xfrm>
            <a:off x="6216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OPTIMISATION LEVERS</a:t>
            </a:r>
          </a:p>
          <a:p>
            <a:pPr/>
            <a:r>
              <a:rPr sz="1800" b="0">
                <a:solidFill>
                  <a:srgbClr val="FFFFFF"/>
                </a:solidFill>
              </a:rPr>
              <a:t>• Provisioned Throughput Units (PTU) on OpenAI for predictable load</a:t>
            </a:r>
          </a:p>
          <a:p>
            <a:pPr/>
            <a:r>
              <a:rPr sz="1800" b="0">
                <a:solidFill>
                  <a:srgbClr val="FFFFFF"/>
                </a:solidFill>
              </a:rPr>
              <a:t>• Caching of repeated localisations (~30% cost avoidance modelled)</a:t>
            </a:r>
          </a:p>
          <a:p>
            <a:pPr/>
            <a:r>
              <a:rPr sz="1800" b="0">
                <a:solidFill>
                  <a:srgbClr val="FFFFFF"/>
                </a:solidFill>
              </a:rPr>
              <a:t>• Fine-tuned small models for routine tasks; frontier on edge cases</a:t>
            </a:r>
          </a:p>
          <a:p>
            <a:pPr/>
            <a:r>
              <a:rPr sz="1800" b="0">
                <a:solidFill>
                  <a:srgbClr val="FFFFFF"/>
                </a:solidFill>
              </a:rPr>
              <a:t>• Region pinning + reserved instances for Fabric capacity</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FFFFFF"/>
                </a:solidFill>
              </a:rPr>
              <a:t>A12 · 12 risks tracked, monthly Steering review</a:t>
            </a:r>
          </a:p>
        </p:txBody>
      </p:sp>
      <p:sp>
        <p:nvSpPr>
          <p:cNvPr id="3" name="TextBox 2"/>
          <p:cNvSpPr txBox="1"/>
          <p:nvPr/>
        </p:nvSpPr>
        <p:spPr>
          <a:xfrm>
            <a:off x="640000" y="950000"/>
            <a:ext cx="10912000" cy="360000"/>
          </a:xfrm>
          <a:prstGeom prst="rect">
            <a:avLst/>
          </a:prstGeom>
          <a:noFill/>
        </p:spPr>
        <p:txBody>
          <a:bodyPr wrap="square">
            <a:spAutoFit/>
          </a:bodyPr>
          <a:lstStyle/>
          <a:p>
            <a:r>
              <a:rPr sz="1800" i="1">
                <a:solidFill>
                  <a:srgbClr val="C8D4E6"/>
                </a:solidFill>
              </a:rPr>
              <a:t>Severity = Likelihood × Impact (1–5 each)</a:t>
            </a:r>
          </a:p>
        </p:txBody>
      </p:sp>
      <p:sp>
        <p:nvSpPr>
          <p:cNvPr id="4" name="Rounded Rectangle 3"/>
          <p:cNvSpPr/>
          <p:nvPr/>
        </p:nvSpPr>
        <p:spPr>
          <a:xfrm>
            <a:off x="600000" y="1400000"/>
            <a:ext cx="10992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400" b="0">
                <a:solidFill>
                  <a:srgbClr val="FFFFFF"/>
                </a:solidFill>
              </a:rPr>
              <a:t>• R1 · DPA blocks DPIA · sev 15 · DPO · engage early · delay that market</a:t>
            </a:r>
          </a:p>
          <a:p>
            <a:pPr/>
            <a:r>
              <a:rPr sz="1400" b="0">
                <a:solidFill>
                  <a:srgbClr val="FFFFFF"/>
                </a:solidFill>
              </a:rPr>
              <a:t>• R2 · AI Act conformity fails · sev 10 · AI Act CO · Annex IV from M0</a:t>
            </a:r>
          </a:p>
          <a:p>
            <a:pPr/>
            <a:r>
              <a:rPr sz="1400" b="0">
                <a:solidFill>
                  <a:srgbClr val="FFFFFF"/>
                </a:solidFill>
              </a:rPr>
              <a:t>• R3 · Federated runtime non-convergence · sev 12 · ML Lead · DP central fallback</a:t>
            </a:r>
          </a:p>
          <a:p>
            <a:pPr/>
            <a:r>
              <a:rPr sz="1400" b="0">
                <a:solidFill>
                  <a:srgbClr val="FFFFFF"/>
                </a:solidFill>
              </a:rPr>
              <a:t>• R4 · Localisation quality drift · sev 16 · Editorial · reviewer non-optional</a:t>
            </a:r>
          </a:p>
          <a:p>
            <a:pPr/>
            <a:r>
              <a:rPr sz="1400" b="0">
                <a:solidFill>
                  <a:srgbClr val="FFFFFF"/>
                </a:solidFill>
              </a:rPr>
              <a:t>• R5 · Teacher override explosion · sev 12 · UX/RAI · co-design + CPD</a:t>
            </a:r>
          </a:p>
          <a:p>
            <a:pPr/>
            <a:r>
              <a:rPr sz="1400" b="0">
                <a:solidFill>
                  <a:srgbClr val="FFFFFF"/>
                </a:solidFill>
              </a:rPr>
              <a:t>• R6 · Bias disparity &gt; 5pp · sev 15 · RAI · gate + same-day rollback</a:t>
            </a:r>
          </a:p>
          <a:p>
            <a:pPr/>
            <a:r>
              <a:rPr sz="1400" b="0">
                <a:solidFill>
                  <a:srgbClr val="FFFFFF"/>
                </a:solidFill>
              </a:rPr>
              <a:t>• R7 · Sub-processor change · sev 10 · DPO/Arch · quarterly review</a:t>
            </a:r>
          </a:p>
          <a:p>
            <a:pPr/>
            <a:r>
              <a:rPr sz="1400" b="0">
                <a:solidFill>
                  <a:srgbClr val="FFFFFF"/>
                </a:solidFill>
              </a:rPr>
              <a:t>• R8 · OpenAI cost runaway · sev 12 · FinOps · PTU + cache</a:t>
            </a:r>
          </a:p>
          <a:p>
            <a:pPr/>
            <a:r>
              <a:rPr sz="1400" b="0">
                <a:solidFill>
                  <a:srgbClr val="FFFFFF"/>
                </a:solidFill>
              </a:rPr>
              <a:t>• R9 · School onboarding lag · sev 12 · Country Mgrs · CSM per market</a:t>
            </a:r>
          </a:p>
          <a:p>
            <a:pPr/>
            <a:r>
              <a:rPr sz="1400" b="0">
                <a:solidFill>
                  <a:srgbClr val="FFFFFF"/>
                </a:solidFill>
              </a:rPr>
              <a:t>• R10 · Art. 73 serious incident · sev 5 · RAI/DPO · drilled IR</a:t>
            </a:r>
          </a:p>
          <a:p>
            <a:pPr/>
            <a:r>
              <a:rPr sz="1400" b="0">
                <a:solidFill>
                  <a:srgbClr val="FFFFFF"/>
                </a:solidFill>
              </a:rPr>
              <a:t>• R11 · SIS vulnerability exposes minors · sev 10 · Security · pen-test + Defender</a:t>
            </a:r>
          </a:p>
          <a:p>
            <a:pPr/>
            <a:r>
              <a:rPr sz="1400" b="0">
                <a:solidFill>
                  <a:srgbClr val="FFFFFF"/>
                </a:solidFill>
              </a:rPr>
              <a:t>• R12 · Content Safety false negative · sev 10 · RAI/Editorial · takedown &lt; 2h</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FFFFFF"/>
                </a:solidFill>
              </a:rPr>
              <a:t>A13 · Leading indicators per workstream</a:t>
            </a:r>
          </a:p>
        </p:txBody>
      </p:sp>
      <p:sp>
        <p:nvSpPr>
          <p:cNvPr id="3" name="TextBox 2"/>
          <p:cNvSpPr txBox="1"/>
          <p:nvPr/>
        </p:nvSpPr>
        <p:spPr>
          <a:xfrm>
            <a:off x="640000" y="950000"/>
            <a:ext cx="10912000" cy="360000"/>
          </a:xfrm>
          <a:prstGeom prst="rect">
            <a:avLst/>
          </a:prstGeom>
          <a:noFill/>
        </p:spPr>
        <p:txBody>
          <a:bodyPr wrap="square">
            <a:spAutoFit/>
          </a:bodyPr>
          <a:lstStyle/>
          <a:p>
            <a:r>
              <a:rPr sz="1800" i="1">
                <a:solidFill>
                  <a:srgbClr val="C8D4E6"/>
                </a:solidFill>
              </a:rPr>
              <a:t>What we watch weekly to know KPIs will land</a:t>
            </a:r>
          </a:p>
        </p:txBody>
      </p:sp>
      <p:sp>
        <p:nvSpPr>
          <p:cNvPr id="4" name="Rounded Rectangle 3"/>
          <p:cNvSpPr/>
          <p:nvPr/>
        </p:nvSpPr>
        <p:spPr>
          <a:xfrm>
            <a:off x="600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LEARNER &amp; TEACHER</a:t>
            </a:r>
          </a:p>
          <a:p>
            <a:pPr/>
            <a:r>
              <a:rPr sz="1800" b="0">
                <a:solidFill>
                  <a:srgbClr val="FFFFFF"/>
                </a:solidFill>
              </a:rPr>
              <a:t>• Adaptive: mastery improvement, curriculum coverage breadth, time-on-task</a:t>
            </a:r>
          </a:p>
          <a:p>
            <a:pPr/>
            <a:r>
              <a:rPr sz="1800" b="0">
                <a:solidFill>
                  <a:srgbClr val="FFFFFF"/>
                </a:solidFill>
              </a:rPr>
              <a:t>• Adaptive: per-cohort fairness disparity (gating)</a:t>
            </a:r>
          </a:p>
          <a:p>
            <a:pPr/>
            <a:r>
              <a:rPr sz="1800" b="0">
                <a:solidFill>
                  <a:srgbClr val="FFFFFF"/>
                </a:solidFill>
              </a:rPr>
              <a:t>• Assessment: teacher minutes saved / assignment</a:t>
            </a:r>
          </a:p>
          <a:p>
            <a:pPr/>
            <a:r>
              <a:rPr sz="1800" b="0">
                <a:solidFill>
                  <a:srgbClr val="FFFFFF"/>
                </a:solidFill>
              </a:rPr>
              <a:t>• Assessment: override rate ≤ 10% target, ECE ≤ 0.05</a:t>
            </a:r>
          </a:p>
        </p:txBody>
      </p:sp>
      <p:sp>
        <p:nvSpPr>
          <p:cNvPr id="5" name="Rounded Rectangle 4"/>
          <p:cNvSpPr/>
          <p:nvPr/>
        </p:nvSpPr>
        <p:spPr>
          <a:xfrm>
            <a:off x="6216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LOCALISATION &amp; COMPLIANCE</a:t>
            </a:r>
          </a:p>
          <a:p>
            <a:pPr/>
            <a:r>
              <a:rPr sz="1800" b="0">
                <a:solidFill>
                  <a:srgbClr val="FFFFFF"/>
                </a:solidFill>
              </a:rPr>
              <a:t>• Localisation: units / week / market, first-pass acceptance, reviewer cycle</a:t>
            </a:r>
          </a:p>
          <a:p>
            <a:pPr/>
            <a:r>
              <a:rPr sz="1800" b="0">
                <a:solidFill>
                  <a:srgbClr val="FFFFFF"/>
                </a:solidFill>
              </a:rPr>
              <a:t>• Localisation: glossary coverage % per subject</a:t>
            </a:r>
          </a:p>
          <a:p>
            <a:pPr/>
            <a:r>
              <a:rPr sz="1800" b="0">
                <a:solidFill>
                  <a:srgbClr val="FFFFFF"/>
                </a:solidFill>
              </a:rPr>
              <a:t>• Compliance: % features with current Annex IV, DPIA freshness &lt; 12mo</a:t>
            </a:r>
          </a:p>
          <a:p>
            <a:pPr/>
            <a:r>
              <a:rPr sz="1800" b="0">
                <a:solidFill>
                  <a:srgbClr val="FFFFFF"/>
                </a:solidFill>
              </a:rPr>
              <a:t>• Compliance: erasure mean cycle time, # overrides exercised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FFFFFF"/>
                </a:solidFill>
              </a:rPr>
              <a:t>A14 · Who decides what, when</a:t>
            </a:r>
          </a:p>
        </p:txBody>
      </p:sp>
      <p:sp>
        <p:nvSpPr>
          <p:cNvPr id="3" name="TextBox 2"/>
          <p:cNvSpPr txBox="1"/>
          <p:nvPr/>
        </p:nvSpPr>
        <p:spPr>
          <a:xfrm>
            <a:off x="640000" y="950000"/>
            <a:ext cx="10912000" cy="360000"/>
          </a:xfrm>
          <a:prstGeom prst="rect">
            <a:avLst/>
          </a:prstGeom>
          <a:noFill/>
        </p:spPr>
        <p:txBody>
          <a:bodyPr wrap="square">
            <a:spAutoFit/>
          </a:bodyPr>
          <a:lstStyle/>
          <a:p>
            <a:r>
              <a:rPr sz="1800" i="1">
                <a:solidFill>
                  <a:srgbClr val="C8D4E6"/>
                </a:solidFill>
              </a:rPr>
              <a:t>Four bodies, named chairs, written charter</a:t>
            </a:r>
          </a:p>
        </p:txBody>
      </p:sp>
      <p:sp>
        <p:nvSpPr>
          <p:cNvPr id="4" name="Rounded Rectangle 3"/>
          <p:cNvSpPr/>
          <p:nvPr/>
        </p:nvSpPr>
        <p:spPr>
          <a:xfrm>
            <a:off x="600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BODIES</a:t>
            </a:r>
          </a:p>
          <a:p>
            <a:pPr/>
            <a:r>
              <a:rPr sz="1800" b="0">
                <a:solidFill>
                  <a:srgbClr val="FFFFFF"/>
                </a:solidFill>
              </a:rPr>
              <a:t>• Steering Committee — monthly · CEO chair · KPIs + risk + budget</a:t>
            </a:r>
          </a:p>
          <a:p>
            <a:pPr/>
            <a:r>
              <a:rPr sz="1800" b="0">
                <a:solidFill>
                  <a:srgbClr val="FFFFFF"/>
                </a:solidFill>
              </a:rPr>
              <a:t>• Responsible AI Council — bi-weekly · CAIO/RAI Evaluator chair · release gates</a:t>
            </a:r>
          </a:p>
          <a:p>
            <a:pPr/>
            <a:r>
              <a:rPr sz="1800" b="0">
                <a:solidFill>
                  <a:srgbClr val="FFFFFF"/>
                </a:solidFill>
              </a:rPr>
              <a:t>• Architecture Review Board — bi-weekly · CTO chair · technical decisions</a:t>
            </a:r>
          </a:p>
          <a:p>
            <a:pPr/>
            <a:r>
              <a:rPr sz="1800" b="0">
                <a:solidFill>
                  <a:srgbClr val="FFFFFF"/>
                </a:solidFill>
              </a:rPr>
              <a:t>• Teacher Council — per release · Learning Sciences chair · pedagogical sign-off</a:t>
            </a:r>
          </a:p>
        </p:txBody>
      </p:sp>
      <p:sp>
        <p:nvSpPr>
          <p:cNvPr id="5" name="Rounded Rectangle 4"/>
          <p:cNvSpPr/>
          <p:nvPr/>
        </p:nvSpPr>
        <p:spPr>
          <a:xfrm>
            <a:off x="6216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RAI COUNCIL COMPOSITION</a:t>
            </a:r>
          </a:p>
          <a:p>
            <a:pPr/>
            <a:r>
              <a:rPr sz="1800" b="0">
                <a:solidFill>
                  <a:srgbClr val="FFFFFF"/>
                </a:solidFill>
              </a:rPr>
              <a:t>• Chair: independent (proposed)</a:t>
            </a:r>
          </a:p>
          <a:p>
            <a:pPr/>
            <a:r>
              <a:rPr sz="1800" b="0">
                <a:solidFill>
                  <a:srgbClr val="FFFFFF"/>
                </a:solidFill>
              </a:rPr>
              <a:t>• Members: RAI Evaluator, AI Act CO, GDPR Specialist, Learning Sciences,</a:t>
            </a:r>
          </a:p>
          <a:p>
            <a:pPr/>
            <a:r>
              <a:rPr sz="1800" b="0">
                <a:solidFill>
                  <a:srgbClr val="FFFFFF"/>
                </a:solidFill>
              </a:rPr>
              <a:t>• Authority: bind/release model versions, mandate rollback, escalate to Steering</a:t>
            </a:r>
          </a:p>
          <a:p>
            <a:pPr/>
            <a:r>
              <a:rPr sz="1800" b="0">
                <a:solidFill>
                  <a:srgbClr val="FFFFFF"/>
                </a:solidFill>
              </a:rPr>
              <a:t>• Outputs: weekly RAI dashboard, quarterly re-evaluation report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FFFFFF"/>
                </a:solidFill>
              </a:rPr>
              <a:t>A15 · IR drilled, statutory windows known</a:t>
            </a:r>
          </a:p>
        </p:txBody>
      </p:sp>
      <p:sp>
        <p:nvSpPr>
          <p:cNvPr id="3" name="TextBox 2"/>
          <p:cNvSpPr txBox="1"/>
          <p:nvPr/>
        </p:nvSpPr>
        <p:spPr>
          <a:xfrm>
            <a:off x="640000" y="950000"/>
            <a:ext cx="10912000" cy="360000"/>
          </a:xfrm>
          <a:prstGeom prst="rect">
            <a:avLst/>
          </a:prstGeom>
          <a:noFill/>
        </p:spPr>
        <p:txBody>
          <a:bodyPr wrap="square">
            <a:spAutoFit/>
          </a:bodyPr>
          <a:lstStyle/>
          <a:p>
            <a:r>
              <a:rPr sz="1800" i="1">
                <a:solidFill>
                  <a:srgbClr val="C8D4E6"/>
                </a:solidFill>
              </a:rPr>
              <a:t>GDPR Art. 33/34 · AI Act Art. 73 · Content Safety takedown</a:t>
            </a:r>
          </a:p>
        </p:txBody>
      </p:sp>
      <p:sp>
        <p:nvSpPr>
          <p:cNvPr id="4" name="Rounded Rectangle 3"/>
          <p:cNvSpPr/>
          <p:nvPr/>
        </p:nvSpPr>
        <p:spPr>
          <a:xfrm>
            <a:off x="600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DETECTION &amp; TRIAGE</a:t>
            </a:r>
          </a:p>
          <a:p>
            <a:pPr/>
            <a:r>
              <a:rPr sz="1800" b="0">
                <a:solidFill>
                  <a:srgbClr val="FFFFFF"/>
                </a:solidFill>
              </a:rPr>
              <a:t>• Defender for Cloud + Sentinel — 24×7 SOC</a:t>
            </a:r>
          </a:p>
          <a:p>
            <a:pPr/>
            <a:r>
              <a:rPr sz="1800" b="0">
                <a:solidFill>
                  <a:srgbClr val="FFFFFF"/>
                </a:solidFill>
              </a:rPr>
              <a:t>• App Insights anomaly detection on AI decisions + Content Safety blocks</a:t>
            </a:r>
          </a:p>
          <a:p>
            <a:pPr/>
            <a:r>
              <a:rPr sz="1800" b="0">
                <a:solidFill>
                  <a:srgbClr val="FFFFFF"/>
                </a:solidFill>
              </a:rPr>
              <a:t>• Kill switch per AI feature (sub-5-minute disable)</a:t>
            </a:r>
          </a:p>
          <a:p>
            <a:pPr/>
            <a:r>
              <a:rPr sz="1800" b="0">
                <a:solidFill>
                  <a:srgbClr val="FFFFFF"/>
                </a:solidFill>
              </a:rPr>
              <a:t>• Severity matrix: P1 = learner data exposure or serious AI incident</a:t>
            </a:r>
          </a:p>
        </p:txBody>
      </p:sp>
      <p:sp>
        <p:nvSpPr>
          <p:cNvPr id="5" name="Rounded Rectangle 4"/>
          <p:cNvSpPr/>
          <p:nvPr/>
        </p:nvSpPr>
        <p:spPr>
          <a:xfrm>
            <a:off x="6216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STATUTORY RESPONSE</a:t>
            </a:r>
          </a:p>
          <a:p>
            <a:pPr/>
            <a:r>
              <a:rPr sz="1800" b="0">
                <a:solidFill>
                  <a:srgbClr val="FFFFFF"/>
                </a:solidFill>
              </a:rPr>
              <a:t>• GDPR Art. 33: 72-hour DPA notification on breach (template ready)</a:t>
            </a:r>
          </a:p>
          <a:p>
            <a:pPr/>
            <a:r>
              <a:rPr sz="1800" b="0">
                <a:solidFill>
                  <a:srgbClr val="FFFFFF"/>
                </a:solidFill>
              </a:rPr>
              <a:t>• GDPR Art. 34: data-subject notification when high risk</a:t>
            </a:r>
          </a:p>
          <a:p>
            <a:pPr/>
            <a:r>
              <a:rPr sz="1800" b="0">
                <a:solidFill>
                  <a:srgbClr val="FFFFFF"/>
                </a:solidFill>
              </a:rPr>
              <a:t>• AI Act Art. 73: serious incident reporting to authority within statutory window</a:t>
            </a:r>
          </a:p>
          <a:p>
            <a:pPr/>
            <a:r>
              <a:rPr sz="1800" b="0">
                <a:solidFill>
                  <a:srgbClr val="FFFFFF"/>
                </a:solidFill>
              </a:rPr>
              <a:t>• Post-incident: root-cause analysis + RAI Council review within 5 working days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FFFFFF"/>
                </a:solidFill>
              </a:rPr>
              <a:t>A16 · gCO₂e / learner / month — measured and reduced</a:t>
            </a:r>
          </a:p>
        </p:txBody>
      </p:sp>
      <p:sp>
        <p:nvSpPr>
          <p:cNvPr id="3" name="TextBox 2"/>
          <p:cNvSpPr txBox="1"/>
          <p:nvPr/>
        </p:nvSpPr>
        <p:spPr>
          <a:xfrm>
            <a:off x="640000" y="950000"/>
            <a:ext cx="10912000" cy="360000"/>
          </a:xfrm>
          <a:prstGeom prst="rect">
            <a:avLst/>
          </a:prstGeom>
          <a:noFill/>
        </p:spPr>
        <p:txBody>
          <a:bodyPr wrap="square">
            <a:spAutoFit/>
          </a:bodyPr>
          <a:lstStyle/>
          <a:p>
            <a:r>
              <a:rPr sz="1800" i="1">
                <a:solidFill>
                  <a:srgbClr val="C8D4E6"/>
                </a:solidFill>
              </a:rPr>
              <a:t>Aligned to group ESG report; auditable proxy</a:t>
            </a:r>
          </a:p>
        </p:txBody>
      </p:sp>
      <p:sp>
        <p:nvSpPr>
          <p:cNvPr id="4" name="Rounded Rectangle 3"/>
          <p:cNvSpPr/>
          <p:nvPr/>
        </p:nvSpPr>
        <p:spPr>
          <a:xfrm>
            <a:off x="600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BASELINE &amp; PROXY</a:t>
            </a:r>
          </a:p>
          <a:p>
            <a:pPr/>
            <a:r>
              <a:rPr sz="1800" b="0">
                <a:solidFill>
                  <a:srgbClr val="FFFFFF"/>
                </a:solidFill>
              </a:rPr>
              <a:t>• Carbon proxy = (Azure compute + storage emissions) / active learners</a:t>
            </a:r>
          </a:p>
          <a:p>
            <a:pPr/>
            <a:r>
              <a:rPr sz="1800" b="0">
                <a:solidFill>
                  <a:srgbClr val="FFFFFF"/>
                </a:solidFill>
              </a:rPr>
              <a:t>• Microsoft Emissions Impact Dashboard as primary source</a:t>
            </a:r>
          </a:p>
          <a:p>
            <a:pPr/>
            <a:r>
              <a:rPr sz="1800" b="0">
                <a:solidFill>
                  <a:srgbClr val="FFFFFF"/>
                </a:solidFill>
              </a:rPr>
              <a:t>• On-device inference reduces server-side carbon by design</a:t>
            </a:r>
          </a:p>
          <a:p>
            <a:pPr/>
            <a:r>
              <a:rPr sz="1800" b="0">
                <a:solidFill>
                  <a:srgbClr val="FFFFFF"/>
                </a:solidFill>
              </a:rPr>
              <a:t>• Reported quarterly into group ESG narrative</a:t>
            </a:r>
          </a:p>
        </p:txBody>
      </p:sp>
      <p:sp>
        <p:nvSpPr>
          <p:cNvPr id="5" name="Rounded Rectangle 4"/>
          <p:cNvSpPr/>
          <p:nvPr/>
        </p:nvSpPr>
        <p:spPr>
          <a:xfrm>
            <a:off x="6216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REDUCTION LEVERS</a:t>
            </a:r>
          </a:p>
          <a:p>
            <a:pPr/>
            <a:r>
              <a:rPr sz="1800" b="0">
                <a:solidFill>
                  <a:srgbClr val="FFFFFF"/>
                </a:solidFill>
              </a:rPr>
              <a:t>• Region selection prioritises EU regions with high renewable share</a:t>
            </a:r>
          </a:p>
          <a:p>
            <a:pPr/>
            <a:r>
              <a:rPr sz="1800" b="0">
                <a:solidFill>
                  <a:srgbClr val="FFFFFF"/>
                </a:solidFill>
              </a:rPr>
              <a:t>• Small-first model routing (A07) directly reduces inference carbon</a:t>
            </a:r>
          </a:p>
          <a:p>
            <a:pPr/>
            <a:r>
              <a:rPr sz="1800" b="0">
                <a:solidFill>
                  <a:srgbClr val="FFFFFF"/>
                </a:solidFill>
              </a:rPr>
              <a:t>• Reserved capacity for predictable Fabric load → better PUE utilisation</a:t>
            </a:r>
          </a:p>
          <a:p>
            <a:pPr/>
            <a:r>
              <a:rPr sz="1800" b="0">
                <a:solidFill>
                  <a:srgbClr val="FFFFFF"/>
                </a:solidFill>
              </a:rPr>
              <a:t>• Decommissioning of legacy on-prem grading systems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FFFFFF"/>
                </a:solidFill>
              </a:rPr>
              <a:t>A17 · Acronyms and source documents</a:t>
            </a:r>
          </a:p>
        </p:txBody>
      </p:sp>
      <p:sp>
        <p:nvSpPr>
          <p:cNvPr id="3" name="TextBox 2"/>
          <p:cNvSpPr txBox="1"/>
          <p:nvPr/>
        </p:nvSpPr>
        <p:spPr>
          <a:xfrm>
            <a:off x="640000" y="950000"/>
            <a:ext cx="10912000" cy="360000"/>
          </a:xfrm>
          <a:prstGeom prst="rect">
            <a:avLst/>
          </a:prstGeom>
          <a:noFill/>
        </p:spPr>
        <p:txBody>
          <a:bodyPr wrap="square">
            <a:spAutoFit/>
          </a:bodyPr>
          <a:lstStyle/>
          <a:p>
            <a:r>
              <a:rPr sz="1800" i="1">
                <a:solidFill>
                  <a:srgbClr val="C8D4E6"/>
                </a:solidFill>
              </a:rPr>
              <a:t>Everything traceable, nothing invented</a:t>
            </a:r>
          </a:p>
        </p:txBody>
      </p:sp>
      <p:sp>
        <p:nvSpPr>
          <p:cNvPr id="4" name="Rounded Rectangle 3"/>
          <p:cNvSpPr/>
          <p:nvPr/>
        </p:nvSpPr>
        <p:spPr>
          <a:xfrm>
            <a:off x="600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ACRONYMS</a:t>
            </a:r>
          </a:p>
          <a:p>
            <a:pPr/>
            <a:r>
              <a:rPr sz="1600" b="0">
                <a:solidFill>
                  <a:srgbClr val="FFFFFF"/>
                </a:solidFill>
              </a:rPr>
              <a:t>• DPIA · Data Protection Impact Assessment (GDPR Art. 35)</a:t>
            </a:r>
          </a:p>
          <a:p>
            <a:pPr/>
            <a:r>
              <a:rPr sz="1600" b="0">
                <a:solidFill>
                  <a:srgbClr val="FFFFFF"/>
                </a:solidFill>
              </a:rPr>
              <a:t>• PPML · Privacy-Preserving Machine Learning (FL + DP + CC)</a:t>
            </a:r>
          </a:p>
          <a:p>
            <a:pPr/>
            <a:r>
              <a:rPr sz="1600" b="0">
                <a:solidFill>
                  <a:srgbClr val="FFFFFF"/>
                </a:solidFill>
              </a:rPr>
              <a:t>• RAI · Responsible AI · ECE · Expected Calibration Error</a:t>
            </a:r>
          </a:p>
          <a:p>
            <a:pPr/>
            <a:r>
              <a:rPr sz="1600" b="0">
                <a:solidFill>
                  <a:srgbClr val="FFFFFF"/>
                </a:solidFill>
              </a:rPr>
              <a:t>• APIM · Azure API Management · AML · Azure Machine Learning</a:t>
            </a:r>
          </a:p>
          <a:p>
            <a:pPr/>
            <a:r>
              <a:rPr sz="1600" b="0">
                <a:solidFill>
                  <a:srgbClr val="FFFFFF"/>
                </a:solidFill>
              </a:rPr>
              <a:t>• WORM · Write Once Read Many · CMK · Customer-Managed Keys</a:t>
            </a:r>
          </a:p>
          <a:p>
            <a:pPr/>
            <a:r>
              <a:rPr sz="1600" b="0">
                <a:solidFill>
                  <a:srgbClr val="FFFFFF"/>
                </a:solidFill>
              </a:rPr>
              <a:t>• PTU · Provisioned Throughput Units (Azure OpenAI)</a:t>
            </a:r>
          </a:p>
        </p:txBody>
      </p:sp>
      <p:sp>
        <p:nvSpPr>
          <p:cNvPr id="5" name="Rounded Rectangle 4"/>
          <p:cNvSpPr/>
          <p:nvPr/>
        </p:nvSpPr>
        <p:spPr>
          <a:xfrm>
            <a:off x="6216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SOURCE DOCUMENTS</a:t>
            </a:r>
          </a:p>
          <a:p>
            <a:pPr/>
            <a:r>
              <a:rPr sz="1600" b="0">
                <a:solidFill>
                  <a:srgbClr val="FFFFFF"/>
                </a:solidFill>
              </a:rPr>
              <a:t>• Subject/case-study-33-edtech-personalised-learning.md</a:t>
            </a:r>
          </a:p>
          <a:p>
            <a:pPr/>
            <a:r>
              <a:rPr sz="1600" b="0">
                <a:solidFill>
                  <a:srgbClr val="FFFFFF"/>
                </a:solidFill>
              </a:rPr>
              <a:t>• Subject/AMA_Rubric_Evaluation.md</a:t>
            </a:r>
          </a:p>
          <a:p>
            <a:pPr/>
            <a:r>
              <a:rPr sz="1600" b="0">
                <a:solidFill>
                  <a:srgbClr val="FFFFFF"/>
                </a:solidFill>
              </a:rPr>
              <a:t>• plan/00 → 09 (charter, roadmap, workstreams, architecture, compliance,</a:t>
            </a:r>
          </a:p>
          <a:p>
            <a:pPr/>
            <a:r>
              <a:rPr sz="1600" b="0">
                <a:solidFill>
                  <a:srgbClr val="FFFFFF"/>
                </a:solidFill>
              </a:rPr>
              <a:t>• demo/ARCHITECTURE.md · DEPLOYMENT-REPORT.md · DEMO-STORYTELLING.md</a:t>
            </a:r>
          </a:p>
          <a:p>
            <a:pPr/>
            <a:r>
              <a:rPr sz="1600" b="0">
                <a:solidFill>
                  <a:srgbClr val="FFFFFF"/>
                </a:solidFill>
              </a:rPr>
              <a:t>• agents/*.chatmode.md (9 specialist roles)</a:t>
            </a:r>
          </a:p>
          <a:p>
            <a:pPr/>
            <a:r>
              <a:rPr sz="1600" b="0">
                <a:solidFill>
                  <a:srgbClr val="FFFFFF"/>
                </a:solidFill>
              </a:rPr>
              <a:t>• restitution/deck-outline.md (technical sibling deck)</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Rectangle 2"/>
          <p:cNvSpPr/>
          <p:nvPr/>
        </p:nvSpPr>
        <p:spPr>
          <a:xfrm>
            <a:off x="0" y="0"/>
            <a:ext cx="12192000" cy="6858000"/>
          </a:xfrm>
          <a:prstGeom prst="rect">
            <a:avLst/>
          </a:prstGeom>
          <a:solidFill>
            <a:srgbClr val="0E5A5A"/>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Oval 3"/>
          <p:cNvSpPr/>
          <p:nvPr/>
        </p:nvSpPr>
        <p:spPr>
          <a:xfrm>
            <a:off x="9792000" y="-1200000"/>
            <a:ext cx="4400000" cy="4400000"/>
          </a:xfrm>
          <a:prstGeom prst="ellipse">
            <a:avLst/>
          </a:prstGeom>
          <a:solidFill>
            <a:srgbClr val="F28C00"/>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1400000" y="4258000"/>
            <a:ext cx="4000000" cy="4000000"/>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0000" y="280000"/>
            <a:ext cx="10992000" cy="540000"/>
          </a:xfrm>
          <a:prstGeom prst="rect">
            <a:avLst/>
          </a:prstGeom>
          <a:noFill/>
        </p:spPr>
        <p:txBody>
          <a:bodyPr wrap="square">
            <a:spAutoFit/>
          </a:bodyPr>
          <a:lstStyle/>
          <a:p>
            <a:pPr algn="ctr"/>
            <a:r>
              <a:rPr sz="3200" b="1" i="0">
                <a:solidFill>
                  <a:srgbClr val="FFFFFF"/>
                </a:solidFill>
              </a:rPr>
              <a:t>A18 · Scale plan to 4.1M learners</a:t>
            </a:r>
          </a:p>
        </p:txBody>
      </p:sp>
      <p:sp>
        <p:nvSpPr>
          <p:cNvPr id="7" name="TextBox 6"/>
          <p:cNvSpPr txBox="1"/>
          <p:nvPr/>
        </p:nvSpPr>
        <p:spPr>
          <a:xfrm>
            <a:off x="600000" y="820000"/>
            <a:ext cx="10992000" cy="480000"/>
          </a:xfrm>
          <a:prstGeom prst="rect">
            <a:avLst/>
          </a:prstGeom>
          <a:noFill/>
        </p:spPr>
        <p:txBody>
          <a:bodyPr wrap="square">
            <a:spAutoFit/>
          </a:bodyPr>
          <a:lstStyle/>
          <a:p>
            <a:pPr algn="ctr"/>
            <a:r>
              <a:rPr sz="2000" b="0" i="1">
                <a:solidFill>
                  <a:srgbClr val="C8D4E6"/>
                </a:solidFill>
              </a:rPr>
              <a:t>Capacity, resilience, and cost discipline in one operating model</a:t>
            </a:r>
          </a:p>
        </p:txBody>
      </p:sp>
      <p:sp>
        <p:nvSpPr>
          <p:cNvPr id="8" name="Rounded Rectangle 7"/>
          <p:cNvSpPr/>
          <p:nvPr/>
        </p:nvSpPr>
        <p:spPr>
          <a:xfrm>
            <a:off x="600000" y="1500000"/>
            <a:ext cx="5356000" cy="2239000"/>
          </a:xfrm>
          <a:prstGeom prst="roundRect">
            <a:avLst/>
          </a:prstGeom>
          <a:solidFill>
            <a:srgbClr val="F28C00"/>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00000" y="1700000"/>
            <a:ext cx="5356000" cy="1119500"/>
          </a:xfrm>
          <a:prstGeom prst="rect">
            <a:avLst/>
          </a:prstGeom>
          <a:noFill/>
        </p:spPr>
        <p:txBody>
          <a:bodyPr wrap="square">
            <a:spAutoFit/>
          </a:bodyPr>
          <a:lstStyle/>
          <a:p>
            <a:pPr algn="ctr"/>
            <a:r>
              <a:rPr sz="9600" b="1" i="0">
                <a:solidFill>
                  <a:srgbClr val="FFFFFF"/>
                </a:solidFill>
              </a:rPr>
              <a:t>Peak design point</a:t>
            </a:r>
          </a:p>
        </p:txBody>
      </p:sp>
      <p:sp>
        <p:nvSpPr>
          <p:cNvPr id="10" name="TextBox 9"/>
          <p:cNvSpPr txBox="1"/>
          <p:nvPr/>
        </p:nvSpPr>
        <p:spPr>
          <a:xfrm>
            <a:off x="900000" y="3019500"/>
            <a:ext cx="4756000" cy="619500"/>
          </a:xfrm>
          <a:prstGeom prst="rect">
            <a:avLst/>
          </a:prstGeom>
          <a:noFill/>
        </p:spPr>
        <p:txBody>
          <a:bodyPr wrap="square">
            <a:spAutoFit/>
          </a:bodyPr>
          <a:lstStyle/>
          <a:p>
            <a:pPr algn="ctr"/>
            <a:r>
              <a:rPr sz="2000" b="0" i="1">
                <a:solidFill>
                  <a:srgbClr val="FFFFFF"/>
                </a:solidFill>
              </a:rPr>
              <a:t>120k to 220k concurrent sessions (exam windows)</a:t>
            </a:r>
          </a:p>
        </p:txBody>
      </p:sp>
      <p:sp>
        <p:nvSpPr>
          <p:cNvPr id="11" name="Rounded Rectangle 10"/>
          <p:cNvSpPr/>
          <p:nvPr/>
        </p:nvSpPr>
        <p:spPr>
          <a:xfrm>
            <a:off x="6236000" y="1500000"/>
            <a:ext cx="5356000" cy="2239000"/>
          </a:xfrm>
          <a:prstGeom prst="roundRect">
            <a:avLst/>
          </a:prstGeom>
          <a:solidFill>
            <a:srgbClr val="0E5A5A"/>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236000" y="1700000"/>
            <a:ext cx="5356000" cy="1119500"/>
          </a:xfrm>
          <a:prstGeom prst="rect">
            <a:avLst/>
          </a:prstGeom>
          <a:noFill/>
        </p:spPr>
        <p:txBody>
          <a:bodyPr wrap="square">
            <a:spAutoFit/>
          </a:bodyPr>
          <a:lstStyle/>
          <a:p>
            <a:pPr algn="ctr"/>
            <a:r>
              <a:rPr sz="9600" b="1" i="0">
                <a:solidFill>
                  <a:srgbClr val="FFFFFF"/>
                </a:solidFill>
              </a:rPr>
              <a:t>API SLO target</a:t>
            </a:r>
          </a:p>
        </p:txBody>
      </p:sp>
      <p:sp>
        <p:nvSpPr>
          <p:cNvPr id="13" name="TextBox 12"/>
          <p:cNvSpPr txBox="1"/>
          <p:nvPr/>
        </p:nvSpPr>
        <p:spPr>
          <a:xfrm>
            <a:off x="6536000" y="3019500"/>
            <a:ext cx="4756000" cy="619500"/>
          </a:xfrm>
          <a:prstGeom prst="rect">
            <a:avLst/>
          </a:prstGeom>
          <a:noFill/>
        </p:spPr>
        <p:txBody>
          <a:bodyPr wrap="square">
            <a:spAutoFit/>
          </a:bodyPr>
          <a:lstStyle/>
          <a:p>
            <a:pPr algn="ctr"/>
            <a:r>
              <a:rPr sz="2000" b="0" i="1">
                <a:solidFill>
                  <a:srgbClr val="FFFFFF"/>
                </a:solidFill>
              </a:rPr>
              <a:t>p95 &lt; 300 ms reads; &lt; 500 ms writes</a:t>
            </a:r>
          </a:p>
        </p:txBody>
      </p:sp>
      <p:sp>
        <p:nvSpPr>
          <p:cNvPr id="14" name="Rounded Rectangle 13"/>
          <p:cNvSpPr/>
          <p:nvPr/>
        </p:nvSpPr>
        <p:spPr>
          <a:xfrm>
            <a:off x="600000" y="4019000"/>
            <a:ext cx="5356000" cy="2239000"/>
          </a:xfrm>
          <a:prstGeom prst="roundRect">
            <a:avLst/>
          </a:prstGeom>
          <a:solidFill>
            <a:srgbClr val="122A4A"/>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00000" y="4219000"/>
            <a:ext cx="5356000" cy="1119500"/>
          </a:xfrm>
          <a:prstGeom prst="rect">
            <a:avLst/>
          </a:prstGeom>
          <a:noFill/>
        </p:spPr>
        <p:txBody>
          <a:bodyPr wrap="square">
            <a:spAutoFit/>
          </a:bodyPr>
          <a:lstStyle/>
          <a:p>
            <a:pPr algn="ctr"/>
            <a:r>
              <a:rPr sz="9600" b="1" i="0">
                <a:solidFill>
                  <a:srgbClr val="FFFFFF"/>
                </a:solidFill>
              </a:rPr>
              <a:t>PostgreSQL tuning</a:t>
            </a:r>
          </a:p>
        </p:txBody>
      </p:sp>
      <p:sp>
        <p:nvSpPr>
          <p:cNvPr id="16" name="TextBox 15"/>
          <p:cNvSpPr txBox="1"/>
          <p:nvPr/>
        </p:nvSpPr>
        <p:spPr>
          <a:xfrm>
            <a:off x="900000" y="5538500"/>
            <a:ext cx="4756000" cy="619500"/>
          </a:xfrm>
          <a:prstGeom prst="rect">
            <a:avLst/>
          </a:prstGeom>
          <a:noFill/>
        </p:spPr>
        <p:txBody>
          <a:bodyPr wrap="square">
            <a:spAutoFit/>
          </a:bodyPr>
          <a:lstStyle/>
          <a:p>
            <a:pPr algn="ctr"/>
            <a:r>
              <a:rPr sz="2000" b="0" i="1">
                <a:solidFill>
                  <a:srgbClr val="FFFFFF"/>
                </a:solidFill>
              </a:rPr>
              <a:t>logical partitioning + read replicas + async buffering</a:t>
            </a:r>
          </a:p>
        </p:txBody>
      </p:sp>
      <p:sp>
        <p:nvSpPr>
          <p:cNvPr id="17" name="Rounded Rectangle 16"/>
          <p:cNvSpPr/>
          <p:nvPr/>
        </p:nvSpPr>
        <p:spPr>
          <a:xfrm>
            <a:off x="6236000" y="4019000"/>
            <a:ext cx="5356000" cy="2239000"/>
          </a:xfrm>
          <a:prstGeom prst="roundRect">
            <a:avLst/>
          </a:prstGeom>
          <a:solidFill>
            <a:srgbClr val="1F6B3A"/>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236000" y="4219000"/>
            <a:ext cx="5356000" cy="1119500"/>
          </a:xfrm>
          <a:prstGeom prst="rect">
            <a:avLst/>
          </a:prstGeom>
          <a:noFill/>
        </p:spPr>
        <p:txBody>
          <a:bodyPr wrap="square">
            <a:spAutoFit/>
          </a:bodyPr>
          <a:lstStyle/>
          <a:p>
            <a:pPr algn="ctr"/>
            <a:r>
              <a:rPr sz="9600" b="1" i="0">
                <a:solidFill>
                  <a:srgbClr val="FFFFFF"/>
                </a:solidFill>
              </a:rPr>
              <a:t>Redis target</a:t>
            </a:r>
          </a:p>
        </p:txBody>
      </p:sp>
      <p:sp>
        <p:nvSpPr>
          <p:cNvPr id="19" name="TextBox 18"/>
          <p:cNvSpPr txBox="1"/>
          <p:nvPr/>
        </p:nvSpPr>
        <p:spPr>
          <a:xfrm>
            <a:off x="6536000" y="5538500"/>
            <a:ext cx="4756000" cy="619500"/>
          </a:xfrm>
          <a:prstGeom prst="rect">
            <a:avLst/>
          </a:prstGeom>
          <a:noFill/>
        </p:spPr>
        <p:txBody>
          <a:bodyPr wrap="square">
            <a:spAutoFit/>
          </a:bodyPr>
          <a:lstStyle/>
          <a:p>
            <a:pPr algn="ctr"/>
            <a:r>
              <a:rPr sz="2000" b="0" i="1">
                <a:solidFill>
                  <a:srgbClr val="FFFFFF"/>
                </a:solidFill>
              </a:rPr>
              <a:t>&gt;80% hit ratio on hot learner and content paths</a:t>
            </a:r>
          </a:p>
        </p:txBody>
      </p:sp>
    </p:spTree>
  </p:cSld>
  <p:clrMapOvr>
    <a:masterClrMapping/>
  </p:clrMapOvr>
</p:sld>
</file>

<file path=ppt/theme/theme1.xml><?xml version="1.0" encoding="utf-8"?>
<a:theme xmlns:a="http://schemas.openxmlformats.org/drawingml/2006/main" name="Azure Master Architect Program">
  <a:themeElements>
    <a:clrScheme name="Custom 135">
      <a:dk1>
        <a:srgbClr val="091F2C"/>
      </a:dk1>
      <a:lt1>
        <a:srgbClr val="FFFFFF"/>
      </a:lt1>
      <a:dk2>
        <a:srgbClr val="2A446F"/>
      </a:dk2>
      <a:lt2>
        <a:srgbClr val="E8E6DF"/>
      </a:lt2>
      <a:accent1>
        <a:srgbClr val="8DC8E8"/>
      </a:accent1>
      <a:accent2>
        <a:srgbClr val="0078D4"/>
      </a:accent2>
      <a:accent3>
        <a:srgbClr val="C03BC4"/>
      </a:accent3>
      <a:accent4>
        <a:srgbClr val="D7D2CB"/>
      </a:accent4>
      <a:accent5>
        <a:srgbClr val="FFB900"/>
      </a:accent5>
      <a:accent6>
        <a:srgbClr val="D2D2D2"/>
      </a:accent6>
      <a:hlink>
        <a:srgbClr val="D59ED7"/>
      </a:hlink>
      <a:folHlink>
        <a:srgbClr val="D59ED7"/>
      </a:folHlink>
    </a:clrScheme>
    <a:fontScheme name="Microsoft 2019 Brand Templates">
      <a:majorFont>
        <a:latin typeface="Segoe UI Semibold"/>
        <a:ea typeface=""/>
        <a:cs typeface=""/>
      </a:majorFont>
      <a:minorFont>
        <a:latin typeface="Segoe UI"/>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algn="l" defTabSz="932472" fontAlgn="base">
          <a:spcBef>
            <a:spcPct val="0"/>
          </a:spcBef>
          <a:spcAft>
            <a:spcPct val="0"/>
          </a:spcAft>
          <a:defRPr sz="2000" dirty="0" err="1" smtClean="0">
            <a:solidFill>
              <a:schemeClr val="bg1"/>
            </a:soli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w="lg" len="med"/>
          <a:tailEnd type="none" w="lg" len="med"/>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lgn="l">
          <a:defRPr sz="2000" dirty="0" err="1" smtClean="0"/>
        </a:defPPr>
      </a:lstStyle>
    </a:txDef>
  </a:objectDefaults>
  <a:extraClrSchemeLst/>
  <a:custClrLst>
    <a:custClr name="Light Brown">
      <a:srgbClr val="E1D3C7"/>
    </a:custClr>
    <a:custClr name="Light Yellow">
      <a:srgbClr val="FFE399"/>
    </a:custClr>
    <a:custClr name="Light Orange">
      <a:srgbClr val="FFA38B"/>
    </a:custClr>
    <a:custClr name="Light Red">
      <a:srgbClr val="FFB3BB"/>
    </a:custClr>
    <a:custClr name="Light Magenta">
      <a:srgbClr val="D59ED7"/>
    </a:custClr>
    <a:custClr name="Light Purple">
      <a:srgbClr val="C5B4E3"/>
    </a:custClr>
    <a:custClr name="Light Blue">
      <a:srgbClr val="8DC8E8"/>
    </a:custClr>
    <a:custClr name="Light Teal">
      <a:srgbClr val="B9DCD2"/>
    </a:custClr>
    <a:custClr name="Light Green">
      <a:srgbClr val="D4EC8E"/>
    </a:custClr>
    <a:custClr name="Blue Black">
      <a:srgbClr val="091F2C"/>
    </a:custClr>
    <a:custClr name="Brown">
      <a:srgbClr val="BF9474"/>
    </a:custClr>
    <a:custClr name="Yellow">
      <a:srgbClr val="FFB900"/>
    </a:custClr>
    <a:custClr name="Orange">
      <a:srgbClr val="FF5C39"/>
    </a:custClr>
    <a:custClr name="Red">
      <a:srgbClr val="F4364C"/>
    </a:custClr>
    <a:custClr name="Magenta">
      <a:srgbClr val="C03BC4"/>
    </a:custClr>
    <a:custClr name="Purple">
      <a:srgbClr val="8661C5"/>
    </a:custClr>
    <a:custClr name="Blue">
      <a:srgbClr val="0078D4"/>
    </a:custClr>
    <a:custClr name="Teal">
      <a:srgbClr val="49C5B1"/>
    </a:custClr>
    <a:custClr name="Green">
      <a:srgbClr val="8DE971"/>
    </a:custClr>
    <a:custClr name="Rich Black">
      <a:srgbClr val="000000"/>
    </a:custClr>
    <a:custClr name="Dark Brown">
      <a:srgbClr val="5C4738"/>
    </a:custClr>
    <a:custClr name="Dark Yellow">
      <a:srgbClr val="7F5A1A"/>
    </a:custClr>
    <a:custClr name="Dark Orange">
      <a:srgbClr val="73391D"/>
    </a:custClr>
    <a:custClr name="Dark Red">
      <a:srgbClr val="73262F"/>
    </a:custClr>
    <a:custClr name="Dark Magenta">
      <a:srgbClr val="702573"/>
    </a:custClr>
    <a:custClr name="Dark Purple">
      <a:srgbClr val="463668"/>
    </a:custClr>
    <a:custClr name="Dark Blue">
      <a:srgbClr val="2A446F"/>
    </a:custClr>
    <a:custClr name="Dark Teal">
      <a:srgbClr val="225B62"/>
    </a:custClr>
    <a:custClr name="Dark Green">
      <a:srgbClr val="07641D"/>
    </a:custClr>
    <a:custClr name="Brown Black">
      <a:srgbClr val="291817"/>
    </a:custClr>
    <a:custClr name="Pure White">
      <a:srgbClr val="FFFFFF"/>
    </a:custClr>
    <a:custClr name="Off White">
      <a:srgbClr val="F4F3F5"/>
    </a:custClr>
    <a:custClr name="Warm White">
      <a:srgbClr val="FFF8F3"/>
    </a:custClr>
    <a:custClr name="Warm Light Gray">
      <a:srgbClr val="E8E6DF"/>
    </a:custClr>
    <a:custClr name="Mid Gray">
      <a:srgbClr val="D7D2CB"/>
    </a:custClr>
    <a:custClr name="Warm Gray">
      <a:srgbClr val="8C8279"/>
    </a:custClr>
    <a:custClr name="Light Gray">
      <a:srgbClr val="D9D9D6"/>
    </a:custClr>
    <a:custClr name="Cool Gray">
      <a:srgbClr val="B1B3B3"/>
    </a:custClr>
    <a:custClr name="Dark Gray">
      <a:srgbClr val="454142"/>
    </a:custClr>
    <a:custClr name="Pure White">
      <a:srgbClr val="FFFFFF"/>
    </a:custClr>
    <a:custClr name="Blank">
      <a:srgbClr val="F0F0F0"/>
    </a:custClr>
    <a:custClr name="Blank">
      <a:srgbClr val="F0F0F0"/>
    </a:custClr>
    <a:custClr name="Blank">
      <a:srgbClr val="F0F0F0"/>
    </a:custClr>
    <a:custClr name="Blank">
      <a:srgbClr val="F0F0F0"/>
    </a:custClr>
    <a:custClr name="Blank">
      <a:srgbClr val="F0F0F0"/>
    </a:custClr>
    <a:custClr name="Blank">
      <a:srgbClr val="F0F0F0"/>
    </a:custClr>
    <a:custClr name="Blank">
      <a:srgbClr val="F0F0F0"/>
    </a:custClr>
    <a:custClr name="Blank">
      <a:srgbClr val="F0F0F0"/>
    </a:custClr>
  </a:custClrLst>
  <a:extLst>
    <a:ext uri="{05A4C25C-085E-4340-85A3-A5531E510DB2}">
      <thm15:themeFamily xmlns:thm15="http://schemas.microsoft.com/office/thememl/2012/main" name="MCAPS_Start2023_16-9_Event-template.potx" id="{757FA001-178F-4700-B49C-26A3D5283787}" vid="{96849954-06DF-4C81-84E4-E0323F64AD7F}"/>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custClrLst>
    <a:custClr name="Light Orange">
      <a:srgbClr val="FF9349"/>
    </a:custClr>
    <a:custClr name="Light Yellow">
      <a:srgbClr val="FEF000"/>
    </a:custClr>
    <a:custClr name="Light Green">
      <a:srgbClr val="9BF00B"/>
    </a:custClr>
    <a:custClr name="Light Teal">
      <a:srgbClr val="30E5D0"/>
    </a:custClr>
    <a:custClr name="Light Blue">
      <a:srgbClr val="50E6FF"/>
    </a:custClr>
    <a:custClr name="Light Purple">
      <a:srgbClr val="D59DFF"/>
    </a:custClr>
    <a:custClr name="White">
      <a:srgbClr val="FFFFFF"/>
    </a:custClr>
    <a:custClr name="Extra Light Gray">
      <a:srgbClr val="F2F2F2"/>
    </a:custClr>
    <a:custClr name="Light Gray">
      <a:srgbClr val="E6E6E6"/>
    </a:custClr>
    <a:custClr name="Gray">
      <a:srgbClr val="D2D2D2"/>
    </a:custClr>
    <a:custClr name="Orange">
      <a:srgbClr val="D83B01"/>
    </a:custClr>
    <a:custClr name="Yellow">
      <a:srgbClr val="FFB900"/>
    </a:custClr>
    <a:custClr name="Green">
      <a:srgbClr val="107C10"/>
    </a:custClr>
    <a:custClr name="Teal">
      <a:srgbClr val="008575"/>
    </a:custClr>
    <a:custClr name="Blue">
      <a:srgbClr val="0078D4"/>
    </a:custClr>
    <a:custClr name="Purple">
      <a:srgbClr val="8661C5"/>
    </a:custClr>
    <a:custClr name="Mid Gray">
      <a:srgbClr val="737373"/>
    </a:custClr>
    <a:custClr name="Dark Gray">
      <a:srgbClr val="505050"/>
    </a:custClr>
    <a:custClr name="Extra Dark Gray">
      <a:srgbClr val="2F2F2F"/>
    </a:custClr>
    <a:custClr name="Rick Black">
      <a:srgbClr val="000000"/>
    </a:custClr>
    <a:custClr name="Dark Orange">
      <a:srgbClr val="6B2929"/>
    </a:custClr>
    <a:custClr name="Dark Yellow">
      <a:srgbClr val="6A4B16"/>
    </a:custClr>
    <a:custClr name="Dark Green">
      <a:srgbClr val="054B16"/>
    </a:custClr>
    <a:custClr name="Dark Teal">
      <a:srgbClr val="274B47"/>
    </a:custClr>
    <a:custClr name="Dark Blue">
      <a:srgbClr val="243A5E"/>
    </a:custClr>
    <a:custClr name="Dark Purple">
      <a:srgbClr val="3B2E58"/>
    </a:custClr>
  </a:custClr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custClrLst>
    <a:custClr name="Light Orange">
      <a:srgbClr val="FF9349"/>
    </a:custClr>
    <a:custClr name="Light Yellow">
      <a:srgbClr val="FEF000"/>
    </a:custClr>
    <a:custClr name="Light Green">
      <a:srgbClr val="9BF00B"/>
    </a:custClr>
    <a:custClr name="Light Teal">
      <a:srgbClr val="30E5D0"/>
    </a:custClr>
    <a:custClr name="Light Blue">
      <a:srgbClr val="50E6FF"/>
    </a:custClr>
    <a:custClr name="Light Purple">
      <a:srgbClr val="D59DFF"/>
    </a:custClr>
    <a:custClr name="White">
      <a:srgbClr val="FFFFFF"/>
    </a:custClr>
    <a:custClr name="Extra Light Gray">
      <a:srgbClr val="F2F2F2"/>
    </a:custClr>
    <a:custClr name="Light Gray">
      <a:srgbClr val="E6E6E6"/>
    </a:custClr>
    <a:custClr name="Gray">
      <a:srgbClr val="D2D2D2"/>
    </a:custClr>
    <a:custClr name="Orange">
      <a:srgbClr val="D83B01"/>
    </a:custClr>
    <a:custClr name="Yellow">
      <a:srgbClr val="FFB900"/>
    </a:custClr>
    <a:custClr name="Green">
      <a:srgbClr val="107C10"/>
    </a:custClr>
    <a:custClr name="Teal">
      <a:srgbClr val="008575"/>
    </a:custClr>
    <a:custClr name="Blue">
      <a:srgbClr val="0078D4"/>
    </a:custClr>
    <a:custClr name="Purple">
      <a:srgbClr val="8661C5"/>
    </a:custClr>
    <a:custClr name="Mid Gray">
      <a:srgbClr val="737373"/>
    </a:custClr>
    <a:custClr name="Dark Gray">
      <a:srgbClr val="505050"/>
    </a:custClr>
    <a:custClr name="Extra Dark Gray">
      <a:srgbClr val="2F2F2F"/>
    </a:custClr>
    <a:custClr name="Rick Black">
      <a:srgbClr val="000000"/>
    </a:custClr>
    <a:custClr name="Dark Orange">
      <a:srgbClr val="6B2929"/>
    </a:custClr>
    <a:custClr name="Dark Yellow">
      <a:srgbClr val="6A4B16"/>
    </a:custClr>
    <a:custClr name="Dark Green">
      <a:srgbClr val="054B16"/>
    </a:custClr>
    <a:custClr name="Dark Teal">
      <a:srgbClr val="274B47"/>
    </a:custClr>
    <a:custClr name="Dark Blue">
      <a:srgbClr val="243A5E"/>
    </a:custClr>
    <a:custClr name="Dark Purple">
      <a:srgbClr val="3B2E58"/>
    </a:custClr>
  </a:custClr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5">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91342CBA-D417-4F32-A515-F1E8D4B1DE1D}">
  <we:reference id="wa200006038" version="1.0.0.3" store="en-US" storeType="OMEX"/>
  <we:alternateReferences>
    <we:reference id="wa200006038" version="1.0.0.3" store="en-US" storeType="OMEX"/>
  </we:alternateReferences>
  <we:properties>
    <we:property name="pptx_export_from_biorender" value="false"/>
  </we:properties>
  <we:bindings/>
  <we:snapshot xmlns:r="http://schemas.openxmlformats.org/officeDocument/2006/relationships"/>
  <we:extLst>
    <a:ext xmlns:a="http://schemas.openxmlformats.org/drawingml/2006/main" uri="{0858819E-0033-43BF-8937-05EC82904868}">
      <we:backgroundApp state="1" runtimeId="Taskpane.Url"/>
    </a:ext>
  </we:extLst>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11e79f37-1f0e-4bf7-bb3e-67cabedeea39">
      <Terms xmlns="http://schemas.microsoft.com/office/infopath/2007/PartnerControls"/>
    </lcf76f155ced4ddcb4097134ff3c332f>
    <TaxCatchAll xmlns="a96a0fda-9d77-4caa-b103-9eb7282ab7c7" xsi:nil="true"/>
    <_ip_UnifiedCompliancePolicyUIAction xmlns="http://schemas.microsoft.com/sharepoint/v3" xsi:nil="true"/>
    <IconOverlay xmlns="http://schemas.microsoft.com/sharepoint/v4" xsi:nil="true"/>
    <_ip_UnifiedCompliancePolicyProperties xmlns="http://schemas.microsoft.com/sharepoint/v3" xsi:nil="true"/>
    <_dlc_ExpireDateSaved xmlns="http://schemas.microsoft.com/sharepoint/v3" xsi:nil="true"/>
    <_dlc_ExpireDate xmlns="http://schemas.microsoft.com/sharepoint/v3">2026-01-12T03:34:14+00:00</_dlc_ExpireDate>
  </documentManagement>
</p:properties>
</file>

<file path=customXml/item2.xml><?xml version="1.0" encoding="utf-8"?>
<?mso-contentType ?>
<p:Policy xmlns:p="office.server.policy" id="" local="true">
  <p:Name>Document</p:Name>
  <p:Description/>
  <p:Statement/>
  <p:PolicyItems>
    <p:PolicyItem featureId="Microsoft.Office.RecordsManagement.PolicyFeatures.Expiration" staticId="0x01010098CF26BE9161E94EB79A57119623B6D1|-369733750" UniqueId="787e81f8-5d6e-4a2b-9781-9d79b9ec2699">
      <p:Name>Retention</p:Name>
      <p:Description>Automatic scheduling of content for processing, and performing a retention action on content that has reached its due date.</p:Description>
      <p:CustomData>
        <Schedules nextStageId="2">
          <Schedule type="Default">
            <stages>
              <data stageId="1" recur="true" offset="7" unit="days">
                <formula id="Microsoft.Office.RecordsManagement.PolicyFeatures.Expiration.Formula.BuiltIn">
                  <number>30</number>
                  <property>Modified</property>
                  <propertyId>28cf69c5-fa48-462a-b5cd-27b6f9d2bd5f</propertyId>
                  <period>days</period>
                </formula>
                <action type="action" id="Microsoft.Office.RecordsManagement.PolicyFeatures.Expiration.Action.DeletePreviousVersions"/>
              </data>
            </stages>
          </Schedule>
        </Schedules>
      </p:CustomData>
    </p:PolicyItem>
  </p:PolicyItems>
</p:Policy>
</file>

<file path=customXml/item3.xml><?xml version="1.0" encoding="utf-8"?>
<ct:contentTypeSchema xmlns:ct="http://schemas.microsoft.com/office/2006/metadata/contentType" xmlns:ma="http://schemas.microsoft.com/office/2006/metadata/properties/metaAttributes" ct:_="" ma:_="" ma:contentTypeName="Document" ma:contentTypeID="0x01010098CF26BE9161E94EB79A57119623B6D1" ma:contentTypeVersion="41" ma:contentTypeDescription="Create a new document." ma:contentTypeScope="" ma:versionID="2f9adfa47469579965e424a5547268a8">
  <xsd:schema xmlns:xsd="http://www.w3.org/2001/XMLSchema" xmlns:xs="http://www.w3.org/2001/XMLSchema" xmlns:p="http://schemas.microsoft.com/office/2006/metadata/properties" xmlns:ns1="http://schemas.microsoft.com/sharepoint/v3" xmlns:ns2="a96a0fda-9d77-4caa-b103-9eb7282ab7c7" xmlns:ns3="11e79f37-1f0e-4bf7-bb3e-67cabedeea39" xmlns:ns4="http://schemas.microsoft.com/sharepoint/v4" targetNamespace="http://schemas.microsoft.com/office/2006/metadata/properties" ma:root="true" ma:fieldsID="5e59fd074e0666e14ec0a40aa4220785" ns1:_="" ns2:_="" ns3:_="" ns4:_="">
    <xsd:import namespace="http://schemas.microsoft.com/sharepoint/v3"/>
    <xsd:import namespace="a96a0fda-9d77-4caa-b103-9eb7282ab7c7"/>
    <xsd:import namespace="11e79f37-1f0e-4bf7-bb3e-67cabedeea39"/>
    <xsd:import namespace="http://schemas.microsoft.com/sharepoint/v4"/>
    <xsd:element name="properties">
      <xsd:complexType>
        <xsd:sequence>
          <xsd:element name="documentManagement">
            <xsd:complexType>
              <xsd:all>
                <xsd:element ref="ns2:SharedWithUsers" minOccurs="0"/>
                <xsd:element ref="ns2:SharedWithDetails" minOccurs="0"/>
                <xsd:element ref="ns2:LastSharedByUser" minOccurs="0"/>
                <xsd:element ref="ns2:LastSharedByTime" minOccurs="0"/>
                <xsd:element ref="ns3:MediaServiceMetadata" minOccurs="0"/>
                <xsd:element ref="ns3:MediaServiceFastMetadata" minOccurs="0"/>
                <xsd:element ref="ns3:MediaServiceDateTaken" minOccurs="0"/>
                <xsd:element ref="ns3:MediaServiceAutoTags" minOccurs="0"/>
                <xsd:element ref="ns3:MediaServiceEventHashCode" minOccurs="0"/>
                <xsd:element ref="ns3:MediaServiceGenerationTime" minOccurs="0"/>
                <xsd:element ref="ns3:MediaServiceOCR" minOccurs="0"/>
                <xsd:element ref="ns1:_ip_UnifiedCompliancePolicyProperties" minOccurs="0"/>
                <xsd:element ref="ns1:_ip_UnifiedCompliancePolicyUIAction" minOccurs="0"/>
                <xsd:element ref="ns3:MediaServiceAutoKeyPoints" minOccurs="0"/>
                <xsd:element ref="ns3:MediaServiceKeyPoints" minOccurs="0"/>
                <xsd:element ref="ns3:MediaServiceLocation" minOccurs="0"/>
                <xsd:element ref="ns3:MediaLengthInSeconds" minOccurs="0"/>
                <xsd:element ref="ns4:IconOverlay" minOccurs="0"/>
                <xsd:element ref="ns3:lcf76f155ced4ddcb4097134ff3c332f" minOccurs="0"/>
                <xsd:element ref="ns2:TaxCatchAll" minOccurs="0"/>
                <xsd:element ref="ns1:_dlc_Exempt" minOccurs="0"/>
                <xsd:element ref="ns1:_dlc_ExpireDateSaved" minOccurs="0"/>
                <xsd:element ref="ns1:_dlc_ExpireDate" minOccurs="0"/>
                <xsd:element ref="ns3:MediaServiceObjectDetectorVersions" minOccurs="0"/>
                <xsd:element ref="ns3:MediaServiceSearchProperties" minOccurs="0"/>
                <xsd:element ref="ns3: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19" nillable="true" ma:displayName="Unified Compliance Policy Properties" ma:hidden="true" ma:internalName="_ip_UnifiedCompliancePolicyProperties">
      <xsd:simpleType>
        <xsd:restriction base="dms:Note"/>
      </xsd:simpleType>
    </xsd:element>
    <xsd:element name="_ip_UnifiedCompliancePolicyUIAction" ma:index="20" nillable="true" ma:displayName="Unified Compliance Policy UI Action" ma:hidden="true" ma:internalName="_ip_UnifiedCompliancePolicyUIAction">
      <xsd:simpleType>
        <xsd:restriction base="dms:Text"/>
      </xsd:simpleType>
    </xsd:element>
    <xsd:element name="_dlc_Exempt" ma:index="29" nillable="true" ma:displayName="Exempt from Policy" ma:hidden="true" ma:internalName="_dlc_Exempt" ma:readOnly="true">
      <xsd:simpleType>
        <xsd:restriction base="dms:Unknown"/>
      </xsd:simpleType>
    </xsd:element>
    <xsd:element name="_dlc_ExpireDateSaved" ma:index="30" nillable="true" ma:displayName="Original Expiration Date" ma:hidden="true" ma:internalName="_dlc_ExpireDateSaved" ma:readOnly="true">
      <xsd:simpleType>
        <xsd:restriction base="dms:DateTime"/>
      </xsd:simpleType>
    </xsd:element>
    <xsd:element name="_dlc_ExpireDate" ma:index="31" nillable="true" ma:displayName="Expiration Date" ma:description="" ma:hidden="true" ma:indexed="true" ma:internalName="_dlc_ExpireDate" ma:readOnly="true">
      <xsd:simpleType>
        <xsd:restriction base="dms:DateTime"/>
      </xsd:simpleType>
    </xsd:element>
  </xsd:schema>
  <xsd:schema xmlns:xsd="http://www.w3.org/2001/XMLSchema" xmlns:xs="http://www.w3.org/2001/XMLSchema" xmlns:dms="http://schemas.microsoft.com/office/2006/documentManagement/types" xmlns:pc="http://schemas.microsoft.com/office/infopath/2007/PartnerControls" targetNamespace="a96a0fda-9d77-4caa-b103-9eb7282ab7c7" elementFormDefault="qualified">
    <xsd:import namespace="http://schemas.microsoft.com/office/2006/documentManagement/types"/>
    <xsd:import namespace="http://schemas.microsoft.com/office/infopath/2007/PartnerControls"/>
    <xsd:element name="SharedWithUsers" ma:index="8" nillable="true" ma:displayName="Shared With"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Shared With Details" ma:description="" ma:internalName="SharedWithDetails" ma:readOnly="true">
      <xsd:simpleType>
        <xsd:restriction base="dms:Note">
          <xsd:maxLength value="255"/>
        </xsd:restriction>
      </xsd:simpleType>
    </xsd:element>
    <xsd:element name="LastSharedByUser" ma:index="10" nillable="true" ma:displayName="Last Shared By User" ma:description="" ma:internalName="LastSharedByUser" ma:readOnly="true">
      <xsd:simpleType>
        <xsd:restriction base="dms:Note">
          <xsd:maxLength value="255"/>
        </xsd:restriction>
      </xsd:simpleType>
    </xsd:element>
    <xsd:element name="LastSharedByTime" ma:index="11" nillable="true" ma:displayName="Last Shared By Time" ma:description="" ma:internalName="LastSharedByTime" ma:readOnly="true">
      <xsd:simpleType>
        <xsd:restriction base="dms:DateTime"/>
      </xsd:simpleType>
    </xsd:element>
    <xsd:element name="TaxCatchAll" ma:index="28" nillable="true" ma:displayName="Taxonomy Catch All Column" ma:hidden="true" ma:list="{14225c2a-0f11-4912-ba07-acd5603f885b}" ma:internalName="TaxCatchAll" ma:showField="CatchAllData" ma:web="a96a0fda-9d77-4caa-b103-9eb7282ab7c7">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11e79f37-1f0e-4bf7-bb3e-67cabedeea39" elementFormDefault="qualified">
    <xsd:import namespace="http://schemas.microsoft.com/office/2006/documentManagement/types"/>
    <xsd:import namespace="http://schemas.microsoft.com/office/infopath/2007/PartnerControls"/>
    <xsd:element name="MediaServiceMetadata" ma:index="12" nillable="true" ma:displayName="MediaServiceMetadata" ma:description="" ma:hidden="true" ma:internalName="MediaServiceMetadata" ma:readOnly="true">
      <xsd:simpleType>
        <xsd:restriction base="dms:Note"/>
      </xsd:simpleType>
    </xsd:element>
    <xsd:element name="MediaServiceFastMetadata" ma:index="13" nillable="true" ma:displayName="MediaServiceFastMetadata" ma:description="" ma:hidden="true" ma:internalName="MediaServiceFastMetadata" ma:readOnly="true">
      <xsd:simpleType>
        <xsd:restriction base="dms:Note"/>
      </xsd:simpleType>
    </xsd:element>
    <xsd:element name="MediaServiceDateTaken" ma:index="14" nillable="true" ma:displayName="MediaServiceDateTaken" ma:description="" ma:hidden="true" ma:internalName="MediaServiceDateTaken" ma:readOnly="true">
      <xsd:simpleType>
        <xsd:restriction base="dms:Text"/>
      </xsd:simpleType>
    </xsd:element>
    <xsd:element name="MediaServiceAutoTags" ma:index="15" nillable="true" ma:displayName="MediaServiceAutoTags" ma:internalName="MediaServiceAutoTags"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OCR" ma:index="18" nillable="true" ma:displayName="Extracted Text" ma:internalName="MediaServiceOCR" ma:readOnly="true">
      <xsd:simpleType>
        <xsd:restriction base="dms:Note">
          <xsd:maxLength value="255"/>
        </xsd:restriction>
      </xsd:simpleType>
    </xsd:element>
    <xsd:element name="MediaServiceAutoKeyPoints" ma:index="21" nillable="true" ma:displayName="MediaServiceAutoKeyPoints" ma:hidden="true" ma:internalName="MediaServiceAutoKeyPoints" ma:readOnly="true">
      <xsd:simpleType>
        <xsd:restriction base="dms:Note"/>
      </xsd:simpleType>
    </xsd:element>
    <xsd:element name="MediaServiceKeyPoints" ma:index="22" nillable="true" ma:displayName="KeyPoints" ma:internalName="MediaServiceKeyPoints" ma:readOnly="true">
      <xsd:simpleType>
        <xsd:restriction base="dms:Note">
          <xsd:maxLength value="255"/>
        </xsd:restriction>
      </xsd:simpleType>
    </xsd:element>
    <xsd:element name="MediaServiceLocation" ma:index="23" nillable="true" ma:displayName="Location" ma:internalName="MediaServiceLocation" ma:readOnly="true">
      <xsd:simpleType>
        <xsd:restriction base="dms:Text"/>
      </xsd:simpleType>
    </xsd:element>
    <xsd:element name="MediaLengthInSeconds" ma:index="24" nillable="true" ma:displayName="Length (seconds)" ma:internalName="MediaLengthInSeconds" ma:readOnly="true">
      <xsd:simpleType>
        <xsd:restriction base="dms:Unknown"/>
      </xsd:simpleType>
    </xsd:element>
    <xsd:element name="lcf76f155ced4ddcb4097134ff3c332f" ma:index="27" nillable="true" ma:taxonomy="true" ma:internalName="lcf76f155ced4ddcb4097134ff3c332f" ma:taxonomyFieldName="MediaServiceImageTags" ma:displayName="Image Tags" ma:readOnly="false" ma:fieldId="{5cf76f15-5ced-4ddc-b409-7134ff3c332f}" ma:taxonomyMulti="true" ma:sspId="d6d14119-9ae9-4cc6-a406-008d392c1a1c"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32" nillable="true" ma:displayName="MediaServiceObjectDetectorVersions" ma:description="" ma:hidden="true" ma:indexed="true" ma:internalName="MediaServiceObjectDetectorVersions" ma:readOnly="true">
      <xsd:simpleType>
        <xsd:restriction base="dms:Text"/>
      </xsd:simpleType>
    </xsd:element>
    <xsd:element name="MediaServiceSearchProperties" ma:index="33" nillable="true" ma:displayName="MediaServiceSearchProperties" ma:hidden="true" ma:internalName="MediaServiceSearchProperties" ma:readOnly="true">
      <xsd:simpleType>
        <xsd:restriction base="dms:Note"/>
      </xsd:simpleType>
    </xsd:element>
    <xsd:element name="MediaServiceBillingMetadata" ma:index="34"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4" elementFormDefault="qualified">
    <xsd:import namespace="http://schemas.microsoft.com/office/2006/documentManagement/types"/>
    <xsd:import namespace="http://schemas.microsoft.com/office/infopath/2007/PartnerControls"/>
    <xsd:element name="IconOverlay" ma:index="25" nillable="true" ma:displayName="IconOverlay" ma:hidden="true" ma:internalName="IconOverlay">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4.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96772DD3-90A8-4B0E-B011-70FB70144E03}">
  <ds:schemaRefs>
    <ds:schemaRef ds:uri="a96a0fda-9d77-4caa-b103-9eb7282ab7c7"/>
    <ds:schemaRef ds:uri="http://schemas.microsoft.com/sharepoint/v4"/>
    <ds:schemaRef ds:uri="http://schemas.openxmlformats.org/package/2006/metadata/core-properties"/>
    <ds:schemaRef ds:uri="http://purl.org/dc/terms/"/>
    <ds:schemaRef ds:uri="11e79f37-1f0e-4bf7-bb3e-67cabedeea39"/>
    <ds:schemaRef ds:uri="http://schemas.microsoft.com/office/2006/documentManagement/types"/>
    <ds:schemaRef ds:uri="http://schemas.microsoft.com/office/infopath/2007/PartnerControls"/>
    <ds:schemaRef ds:uri="http://www.w3.org/XML/1998/namespace"/>
    <ds:schemaRef ds:uri="http://purl.org/dc/elements/1.1/"/>
    <ds:schemaRef ds:uri="http://schemas.microsoft.com/sharepoint/v3"/>
    <ds:schemaRef ds:uri="http://schemas.microsoft.com/office/2006/metadata/properties"/>
    <ds:schemaRef ds:uri="http://purl.org/dc/dcmitype/"/>
  </ds:schemaRefs>
</ds:datastoreItem>
</file>

<file path=customXml/itemProps2.xml><?xml version="1.0" encoding="utf-8"?>
<ds:datastoreItem xmlns:ds="http://schemas.openxmlformats.org/officeDocument/2006/customXml" ds:itemID="{9721C011-250E-414E-B694-B5D234F0BCB9}">
  <ds:schemaRefs>
    <ds:schemaRef ds:uri="office.server.policy"/>
  </ds:schemaRefs>
</ds:datastoreItem>
</file>

<file path=customXml/itemProps3.xml><?xml version="1.0" encoding="utf-8"?>
<ds:datastoreItem xmlns:ds="http://schemas.openxmlformats.org/officeDocument/2006/customXml" ds:itemID="{FF928D17-6B84-416E-8B8C-4DC83F673DAE}">
  <ds:schemaRefs>
    <ds:schemaRef ds:uri="11e79f37-1f0e-4bf7-bb3e-67cabedeea39"/>
    <ds:schemaRef ds:uri="a96a0fda-9d77-4caa-b103-9eb7282ab7c7"/>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microsoft.com/sharepoint/v3"/>
    <ds:schemaRef ds:uri="http://schemas.microsoft.com/sharepoint/v4"/>
    <ds:schemaRef ds:uri="http://schemas.openxmlformats.org/package/2006/metadata/core-properties"/>
    <ds:schemaRef ds:uri="http://www.w3.org/2001/XMLSchema"/>
  </ds:schemaRefs>
</ds:datastoreItem>
</file>

<file path=customXml/itemProps4.xml><?xml version="1.0" encoding="utf-8"?>
<ds:datastoreItem xmlns:ds="http://schemas.openxmlformats.org/officeDocument/2006/customXml" ds:itemID="{72E6025E-C127-4B7B-AAF2-1F0FD425C31F}">
  <ds:schemaRefs>
    <ds:schemaRef ds:uri="http://schemas.microsoft.com/sharepoint/v3/contenttype/forms"/>
  </ds:schemaRefs>
</ds:datastoreItem>
</file>

<file path=docMetadata/LabelInfo.xml><?xml version="1.0" encoding="utf-8"?>
<clbl:labelList xmlns:clbl="http://schemas.microsoft.com/office/2020/mipLabelMetadata">
  <clbl:label id="{f42aa342-8706-4288-bd11-ebb85995028c}" enabled="1" method="Privileged" siteId="{72f988bf-86f1-41af-91ab-2d7cd011db47}" removed="0"/>
</clbl:labelList>
</file>

<file path=docProps/app.xml><?xml version="1.0" encoding="utf-8"?>
<Properties xmlns="http://schemas.openxmlformats.org/officeDocument/2006/extended-properties" xmlns:vt="http://schemas.openxmlformats.org/officeDocument/2006/docPropsVTypes">
  <Template>M&amp;O Brand-M&amp;O PPT Template-full version (2)</Template>
  <TotalTime>0</TotalTime>
  <Words>605</Words>
  <Application>Microsoft Office PowerPoint</Application>
  <PresentationFormat>Widescreen</PresentationFormat>
  <Paragraphs>39</Paragraphs>
  <Slides>8</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8</vt:i4>
      </vt:variant>
    </vt:vector>
  </HeadingPairs>
  <TitlesOfParts>
    <vt:vector size="15" baseType="lpstr">
      <vt:lpstr>Aptos</vt:lpstr>
      <vt:lpstr>Aptos SemiBold</vt:lpstr>
      <vt:lpstr>Arial</vt:lpstr>
      <vt:lpstr>Segoe UI</vt:lpstr>
      <vt:lpstr>Segoe UI Semibold</vt:lpstr>
      <vt:lpstr>Wingdings</vt:lpstr>
      <vt:lpstr>Azure Master Architect Program</vt:lpstr>
      <vt:lpstr>Azure Master Architect Program</vt:lpstr>
      <vt:lpstr>AGENDA</vt:lpstr>
      <vt:lpstr>What Success Looks like?/Customer Objectives</vt:lpstr>
      <vt:lpstr>How to get there?/ Solution Details</vt:lpstr>
      <vt:lpstr>Solution Details</vt:lpstr>
      <vt:lpstr>Key Benefits and Value Delivery</vt:lpstr>
      <vt:lpstr>Next Steps</vt:lpstr>
      <vt:lpstr>PowerPoint Presentation</vt:lpstr>
    </vt:vector>
  </TitlesOfParts>
  <Manager/>
  <Company>Microsoft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Event name or presentation title</dc:title>
  <dc:subject/>
  <dc:creator>Jesus Rodriguez</dc:creator>
  <cp:keywords/>
  <dc:description/>
  <cp:lastModifiedBy>Etienne Sigwald</cp:lastModifiedBy>
  <cp:revision>2</cp:revision>
  <cp:lastPrinted>2023-06-08T02:44:40Z</cp:lastPrinted>
  <dcterms:created xsi:type="dcterms:W3CDTF">2023-02-17T20:44:47Z</dcterms:created>
  <dcterms:modified xsi:type="dcterms:W3CDTF">2026-05-15T12:22:53Z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cb562966-c66d-4b83-aa77-49bdfed04c11_Enabled">
    <vt:lpwstr>true</vt:lpwstr>
  </property>
  <property fmtid="{D5CDD505-2E9C-101B-9397-08002B2CF9AE}" pid="3" name="MSIP_Label_cb562966-c66d-4b83-aa77-49bdfed04c11_SetDate">
    <vt:lpwstr>2022-01-25T00:15:10Z</vt:lpwstr>
  </property>
  <property fmtid="{D5CDD505-2E9C-101B-9397-08002B2CF9AE}" pid="4" name="MSIP_Label_cb562966-c66d-4b83-aa77-49bdfed04c11_Method">
    <vt:lpwstr>Standard</vt:lpwstr>
  </property>
  <property fmtid="{D5CDD505-2E9C-101B-9397-08002B2CF9AE}" pid="5" name="MSIP_Label_cb562966-c66d-4b83-aa77-49bdfed04c11_Name">
    <vt:lpwstr>Non-Confidential</vt:lpwstr>
  </property>
  <property fmtid="{D5CDD505-2E9C-101B-9397-08002B2CF9AE}" pid="6" name="MSIP_Label_cb562966-c66d-4b83-aa77-49bdfed04c11_SiteId">
    <vt:lpwstr>a57507b2-d296-4dca-a9ae-67b1484e02a9</vt:lpwstr>
  </property>
  <property fmtid="{D5CDD505-2E9C-101B-9397-08002B2CF9AE}" pid="7" name="MSIP_Label_cb562966-c66d-4b83-aa77-49bdfed04c11_ActionId">
    <vt:lpwstr>e6f19365-f68f-4bd5-8a89-b119d81b90bd</vt:lpwstr>
  </property>
  <property fmtid="{D5CDD505-2E9C-101B-9397-08002B2CF9AE}" pid="8" name="MSIP_Label_cb562966-c66d-4b83-aa77-49bdfed04c11_ContentBits">
    <vt:lpwstr>0</vt:lpwstr>
  </property>
  <property fmtid="{D5CDD505-2E9C-101B-9397-08002B2CF9AE}" pid="9" name="MediaServiceImageTags">
    <vt:lpwstr/>
  </property>
  <property fmtid="{D5CDD505-2E9C-101B-9397-08002B2CF9AE}" pid="10" name="_dlc_policyId">
    <vt:lpwstr>0x01010098CF26BE9161E94EB79A57119623B6D1|-369733750</vt:lpwstr>
  </property>
  <property fmtid="{D5CDD505-2E9C-101B-9397-08002B2CF9AE}" pid="11" name="ItemRetentionFormula">
    <vt:lpwstr>&lt;formula id="Microsoft.Office.RecordsManagement.PolicyFeatures.Expiration.Formula.BuiltIn"&gt;&lt;number&gt;30&lt;/number&gt;&lt;property&gt;Modified&lt;/property&gt;&lt;propertyId&gt;28cf69c5-fa48-462a-b5cd-27b6f9d2bd5f&lt;/propertyId&gt;&lt;period&gt;days&lt;/period&gt;&lt;/formula&gt;</vt:lpwstr>
  </property>
  <property fmtid="{D5CDD505-2E9C-101B-9397-08002B2CF9AE}" pid="12" name="ContentTypeId">
    <vt:lpwstr>0x01010098CF26BE9161E94EB79A57119623B6D1</vt:lpwstr>
  </property>
  <property fmtid="{D5CDD505-2E9C-101B-9397-08002B2CF9AE}" pid="13" name="xd_ProgID">
    <vt:lpwstr/>
  </property>
  <property fmtid="{D5CDD505-2E9C-101B-9397-08002B2CF9AE}" pid="14" name="ComplianceAssetId">
    <vt:lpwstr/>
  </property>
  <property fmtid="{D5CDD505-2E9C-101B-9397-08002B2CF9AE}" pid="15" name="TemplateUrl">
    <vt:lpwstr/>
  </property>
  <property fmtid="{D5CDD505-2E9C-101B-9397-08002B2CF9AE}" pid="16" name="_ExtendedDescription">
    <vt:lpwstr/>
  </property>
  <property fmtid="{D5CDD505-2E9C-101B-9397-08002B2CF9AE}" pid="17" name="TriggerFlowInfo">
    <vt:lpwstr/>
  </property>
  <property fmtid="{D5CDD505-2E9C-101B-9397-08002B2CF9AE}" pid="18" name="xd_Signature">
    <vt:lpwstr/>
  </property>
</Properties>
</file>